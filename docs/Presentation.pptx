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353" r:id="rId12"/>
    <p:sldId id="309" r:id="rId13"/>
    <p:sldId id="310" r:id="rId14"/>
    <p:sldId id="311" r:id="rId15"/>
    <p:sldId id="312" r:id="rId16"/>
    <p:sldId id="313" r:id="rId17"/>
    <p:sldId id="348" r:id="rId18"/>
    <p:sldId id="314" r:id="rId19"/>
    <p:sldId id="354" r:id="rId20"/>
    <p:sldId id="356" r:id="rId21"/>
    <p:sldId id="315" r:id="rId22"/>
    <p:sldId id="316" r:id="rId23"/>
    <p:sldId id="320" r:id="rId24"/>
    <p:sldId id="317" r:id="rId25"/>
    <p:sldId id="321" r:id="rId26"/>
    <p:sldId id="318" r:id="rId27"/>
    <p:sldId id="319" r:id="rId28"/>
    <p:sldId id="342" r:id="rId29"/>
    <p:sldId id="343" r:id="rId30"/>
    <p:sldId id="344" r:id="rId31"/>
    <p:sldId id="322" r:id="rId32"/>
    <p:sldId id="323" r:id="rId33"/>
    <p:sldId id="324" r:id="rId34"/>
    <p:sldId id="325" r:id="rId35"/>
    <p:sldId id="326" r:id="rId36"/>
    <p:sldId id="327" r:id="rId37"/>
    <p:sldId id="328" r:id="rId38"/>
    <p:sldId id="329" r:id="rId39"/>
    <p:sldId id="330" r:id="rId40"/>
    <p:sldId id="331" r:id="rId41"/>
    <p:sldId id="333" r:id="rId42"/>
    <p:sldId id="334" r:id="rId43"/>
    <p:sldId id="335" r:id="rId44"/>
    <p:sldId id="336" r:id="rId45"/>
    <p:sldId id="337" r:id="rId46"/>
    <p:sldId id="355" r:id="rId47"/>
    <p:sldId id="345" r:id="rId48"/>
    <p:sldId id="346" r:id="rId49"/>
    <p:sldId id="347" r:id="rId5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4478"/>
    <a:srgbClr val="3EDAD8"/>
    <a:srgbClr val="599ECF"/>
    <a:srgbClr val="2D7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404" autoAdjust="0"/>
  </p:normalViewPr>
  <p:slideViewPr>
    <p:cSldViewPr snapToGrid="0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689FC-CECE-41BD-B889-A2DE6945BEE5}" type="datetimeFigureOut">
              <a:rPr lang="fr-FR" smtClean="0"/>
              <a:t>06/06/2026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7B1F9-240E-48C5-9694-802BB8BAEBD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7124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446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149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order to obtain the bachelor's degree in Business Computing: Business Intelligence Specialty, I have realized an internship at Pixelium to design and develop a skills management and technical evaluation platform, which we called “StackSkill”.</a:t>
            </a:r>
          </a:p>
          <a:p>
            <a:endParaRPr lang="en-US" dirty="0"/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16050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Pixelium is an information technology services, solution, and software development firm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Founded in 2017, located at Sahloul, Sousse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Its expertise is mainly in the fields of mobile and web applications, giving solutions for current technology needs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6442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latin typeface="Raleway" pitchFamily="2" charset="0"/>
                <a:sym typeface="Barlow Semi Condensed"/>
              </a:rPr>
              <a:t>It will be a mighty system that will deal mainly from the part of the candidate with the technical interview  (passing algorithmic challenges) under the supervision of his recruiter. </a:t>
            </a:r>
          </a:p>
          <a:p>
            <a:r>
              <a:rPr lang="en-US" dirty="0"/>
              <a:t>The evaluation of the candidate happens in real time according to his test results.</a:t>
            </a:r>
          </a:p>
          <a:p>
            <a:pPr rtl="0"/>
            <a:r>
              <a:rPr lang="en-US" dirty="0"/>
              <a:t>The recruiter has a crucial part which is the decision making through visualized dashboards.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9655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>
                <a:latin typeface="Raleway" pitchFamily="2" charset="0"/>
              </a:rPr>
              <a:t>Many developers are more accustomed to coding with the aid of an IDE and online resources.</a:t>
            </a:r>
          </a:p>
          <a:p>
            <a:pPr marL="228600" indent="-228600" rtl="0">
              <a:buAutoNum type="arabicPeriod"/>
            </a:pPr>
            <a:r>
              <a:rPr lang="en-US" dirty="0"/>
              <a:t>Leading to performance anxiety and potentially impacting their ability to solve problems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9327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HackerRank: cons: Can be intimidating for candidates who might excel in a work environment but not in timed tests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Codility: cons: Can be costly for small companies or startups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CodinGame: cons: Focus on games can overshadow the assessment of practical coding 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04680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>
                <a:latin typeface="Raleway" pitchFamily="2" charset="0"/>
              </a:rPr>
              <a:t>StackSkill emerges as a paramount solution, offering a pivotal feature  essential for real-time interviews. </a:t>
            </a:r>
          </a:p>
          <a:p>
            <a:endParaRPr lang="en-US" dirty="0">
              <a:latin typeface="Raleway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55252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11965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candidate is an individual seeking employment who interacts with the platform primarily for the purpose of self-skill evaluation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Raleway" pitchFamily="2" charset="0"/>
              </a:rPr>
              <a:t>A recruiter is responsible for managing the interview process within the platform.</a:t>
            </a:r>
            <a:endParaRPr lang="fr-FR" dirty="0">
              <a:latin typeface="Raleway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>
                <a:latin typeface="Raleway" pitchFamily="2" charset="0"/>
              </a:rPr>
              <a:t>A super </a:t>
            </a:r>
            <a:r>
              <a:rPr lang="fr-FR" dirty="0" err="1">
                <a:latin typeface="Raleway" pitchFamily="2" charset="0"/>
              </a:rPr>
              <a:t>administrator</a:t>
            </a:r>
            <a:r>
              <a:rPr lang="fr-FR" dirty="0">
                <a:latin typeface="Raleway" pitchFamily="2" charset="0"/>
              </a:rPr>
              <a:t> </a:t>
            </a:r>
            <a:r>
              <a:rPr lang="fr-FR" dirty="0" err="1">
                <a:latin typeface="Raleway" pitchFamily="2" charset="0"/>
              </a:rPr>
              <a:t>is</a:t>
            </a:r>
            <a:r>
              <a:rPr lang="fr-FR" dirty="0">
                <a:latin typeface="Raleway" pitchFamily="2" charset="0"/>
              </a:rPr>
              <a:t> the </a:t>
            </a:r>
            <a:r>
              <a:rPr lang="fr-FR" dirty="0" err="1">
                <a:latin typeface="Raleway" pitchFamily="2" charset="0"/>
              </a:rPr>
              <a:t>highest-level</a:t>
            </a:r>
            <a:r>
              <a:rPr lang="fr-FR" dirty="0">
                <a:latin typeface="Raleway" pitchFamily="2" charset="0"/>
              </a:rPr>
              <a:t> user </a:t>
            </a:r>
            <a:r>
              <a:rPr lang="fr-FR" dirty="0" err="1">
                <a:latin typeface="Raleway" pitchFamily="2" charset="0"/>
              </a:rPr>
              <a:t>with</a:t>
            </a:r>
            <a:r>
              <a:rPr lang="fr-FR" dirty="0">
                <a:latin typeface="Raleway" pitchFamily="2" charset="0"/>
              </a:rPr>
              <a:t> </a:t>
            </a:r>
            <a:r>
              <a:rPr lang="fr-FR" dirty="0" err="1">
                <a:latin typeface="Raleway" pitchFamily="2" charset="0"/>
              </a:rPr>
              <a:t>overarching</a:t>
            </a:r>
            <a:r>
              <a:rPr lang="fr-FR" dirty="0">
                <a:latin typeface="Raleway" pitchFamily="2" charset="0"/>
              </a:rPr>
              <a:t> control over the platform.</a:t>
            </a:r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1400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68273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latin typeface="Raleway" pitchFamily="2" charset="0"/>
              </a:rPr>
              <a:t>1</a:t>
            </a:r>
            <a:r>
              <a:rPr lang="en-US" sz="1200" dirty="0">
                <a:latin typeface="Raleway" pitchFamily="2" charset="0"/>
              </a:rPr>
              <a:t>. The recruiter sends a unique invitation link from the platform to the candidate’s email.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latin typeface="Raleway" pitchFamily="2" charset="0"/>
              </a:rPr>
              <a:t>2</a:t>
            </a:r>
            <a:r>
              <a:rPr lang="en-US" sz="1200" dirty="0">
                <a:latin typeface="Raleway" pitchFamily="2" charset="0"/>
              </a:rPr>
              <a:t>. The candidate receives the invitation and signs up in the platform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latin typeface="Raleway" pitchFamily="2" charset="0"/>
              </a:rPr>
              <a:t>3. </a:t>
            </a:r>
            <a:r>
              <a:rPr lang="en-US" sz="1200" dirty="0">
                <a:latin typeface="Raleway" pitchFamily="2" charset="0"/>
              </a:rPr>
              <a:t>The recruiter then schedules an interview with the registered candidate.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latin typeface="Raleway" pitchFamily="2" charset="0"/>
              </a:rPr>
              <a:t>4. </a:t>
            </a:r>
            <a:r>
              <a:rPr lang="en-US" sz="1200" dirty="0">
                <a:latin typeface="Raleway" pitchFamily="2" charset="0"/>
              </a:rPr>
              <a:t>The candidate receives the interview information in the e-mail and joins the interview in the fixed date.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latin typeface="Raleway" pitchFamily="2" charset="0"/>
              </a:rPr>
              <a:t>5. </a:t>
            </a:r>
            <a:r>
              <a:rPr lang="en-US" sz="1200" dirty="0">
                <a:latin typeface="Raleway" pitchFamily="2" charset="0"/>
              </a:rPr>
              <a:t>The candidate goes through the technical interview by using the IDE to pass algorithmic challenges under the supervision of the recruiter.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latin typeface="Raleway" pitchFamily="2" charset="0"/>
              </a:rPr>
              <a:t>6. </a:t>
            </a:r>
            <a:r>
              <a:rPr lang="en-US" sz="1200" dirty="0">
                <a:latin typeface="Raleway" pitchFamily="2" charset="0"/>
              </a:rPr>
              <a:t>Once ended, the interview results can be reviewed by the candidate in a unique page, and by the recruiter in a dashboard page.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26481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we adopted the Scrum methodology for our project, we opted to divide the project into 4 sprints.</a:t>
            </a:r>
          </a:p>
          <a:p>
            <a:r>
              <a:rPr lang="en-US" dirty="0"/>
              <a:t>Moving on, we decided to focus on the second sprint which has richer and more interesting features that </a:t>
            </a:r>
            <a:r>
              <a:rPr lang="en-US" dirty="0" err="1"/>
              <a:t>areworth</a:t>
            </a:r>
            <a:r>
              <a:rPr lang="en-US" dirty="0"/>
              <a:t> talking about.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45224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49937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we adopted the Scrum methodology for our project, we opted to divide the project into 4 sprints.</a:t>
            </a:r>
          </a:p>
          <a:p>
            <a:r>
              <a:rPr lang="en-US" dirty="0"/>
              <a:t>Moving on, we decided to focus on the second sprint which has richer and more interesting features that </a:t>
            </a:r>
            <a:r>
              <a:rPr lang="en-US" dirty="0" err="1"/>
              <a:t>areworth</a:t>
            </a:r>
            <a:r>
              <a:rPr lang="en-US" dirty="0"/>
              <a:t> talking about.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89589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Sprint 2’s main theme is Pre-Interview and Post Interview Interactions.</a:t>
            </a:r>
          </a:p>
          <a:p>
            <a:r>
              <a:rPr lang="en-US" dirty="0"/>
              <a:t>We will show now the use case diagram for this sprint.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5105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phase, we will be focusing on the included use case of Attend an online interview, the “Use the IDE” use case.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69246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phase, we will be focusing on the included use case of Attend an online interview, the “Use the IDE” use case.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47703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phase, we will be focusing on the included use case of Attend an online interview, the “Use the IDE” use case.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76008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phase, we will be focusing on the included use case of Attend an online interview, the “Use the IDE” use case.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12828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phase, we will be focusing on the included use case of Attend an online interview, the “Use the IDE” use case.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47614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phase, we will be focusing on the included use case of Attend an online interview, the “Use the IDE” use case.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28799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46124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Recruiters makes numerous decisions that significantly impact both the evaluation decision and </a:t>
            </a:r>
          </a:p>
          <a:p>
            <a:r>
              <a:rPr lang="en-US" dirty="0"/>
              <a:t>the candidates:</a:t>
            </a:r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53194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1507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E7A3E-8DC9-FBAD-1224-9F78BCD18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845EA9-65E1-2C42-8344-F56717C2C3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FA587-C508-BC2B-C29E-E57C4A918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9030-F8F7-4B92-B8FB-97AD1E3787A6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B950A-EB78-DBC7-458C-FDB5B8F76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D541D-FA19-DEBA-6939-D784AF097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7269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D944-B801-D950-39C2-4F72BD02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7AB6D-C28C-3DC8-6D7C-79234CCE3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AD734-C9D4-E17D-4767-3DAEEF143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F9583-2E8C-4B2C-9EE8-D50C8F5522EA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A05D2-8D70-483C-801F-B76A6D071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E4B0F-C4BB-8BE8-8656-E991CD2CB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7014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1F58F-7861-B23D-C0F7-0C60F21D1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A60C94-4A72-5ED3-36E7-2F13425FD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0B3B4-7819-A015-1DEB-BBABD4CC5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6D5FB-D4DD-4933-B7F8-B1B5BAFEF64A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10AF7-4FF6-3AAA-A9BF-B185E622B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1C648-B0F7-281D-2700-E81200E0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9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8DDCE-D525-D507-5E1A-69A0166B1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D2C65-0F28-58F2-60C0-1B88A18121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8078C-566A-1313-D9A7-DCAC8F4CE8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A50F88-1C33-4E2A-96CB-8C426641D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A6C99-469A-4893-94BA-428E11675728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29556-E3D9-8294-9120-ABE7880FD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091E5F-1004-14B2-095B-FF8E13A4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6344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9DB6D-A263-B1FA-86E3-37F88FE30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67FEAB-B4A6-C8FC-0C2A-CD7A88607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B0C458-20FD-9ABF-38C5-F1759E1A53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1DCD9F-0B3C-FE12-BD55-4397D1B211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51A4AE-756D-B113-378E-941C51ED12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57EE12-AB57-BC12-B22A-78E314964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64115-BD02-4F8F-9BBB-ECA41EF41A3D}" type="datetime1">
              <a:rPr lang="fr-FR" smtClean="0"/>
              <a:t>06/06/2026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FFF4E7-EF49-A3A5-B9C7-89DB6987B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ADDC62-1063-CAE0-6B95-A73310B37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4095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CF0F3-0AB1-0F03-CC51-D47E67D70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3EF550-E491-1136-5395-0FD6164FA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1B967-2696-414E-8A14-7FDA5637FDCB}" type="datetime1">
              <a:rPr lang="fr-FR" smtClean="0"/>
              <a:t>06/06/2026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7E52D4-FABC-28D2-0E68-102CF06F4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4C2015-9FC0-E9C0-1635-2BDB30F02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827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FA074B-B026-F992-E4A3-6E38C6947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18769-EF7D-4BD6-923E-3ADA40BE0AC8}" type="datetime1">
              <a:rPr lang="fr-FR" smtClean="0"/>
              <a:t>06/06/2026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7CE040-B070-BA76-EA84-7C6DEA033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ED290-5947-6ABB-6821-6FDF65778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5958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B6AD3-E7EE-F257-B038-92B69ABB7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95DC-59DE-E598-E76A-9D03C92E1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DAC91-8BD2-C1B7-CF7E-6BBD20138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498130-E52C-285A-2297-F5F0E99A7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D9E0-67C0-42F7-9DE1-DA0EB96DC0EF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66CE78-E4A0-2F9E-477A-5D7B7257B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34A71-3B88-FD06-AB34-C70252DF8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097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E73A9-E387-6F02-5D6D-A8A8947E6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2D267F-7AB6-9725-3862-D84718203D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CB1EDD-EF24-B37B-02D6-D0FB0728C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329A0-9F24-82DF-E09D-F634B85C4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9AB20-D15C-4A61-BCBE-3869C600DA35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69F1D-5F8E-CE82-4BE1-2EDB7C43A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F4799-E8A5-B0F4-AE6A-C0E875C75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3533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6F0CC-AA07-E930-E61D-15752F73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D5DF1-E11E-72B4-8BF1-4EDE8824E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E82A2-EB17-7541-2F1C-4F280202E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E571F-2F24-4BB6-84C2-E8B073FC9EBA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95D66-797A-147D-CB6A-4A1131AE5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D233C-D04E-B9B9-7C24-D28C32ADE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7113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777978-4CA6-E7F5-3813-0FE43479E2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9BD313-4EDF-64BF-A5FC-B4CCE30C8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1CE00-C3D7-946E-746A-1012FEFA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016E15-2F9F-47F8-A877-B8DEB0299D65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E1DC4-CFA9-A0CB-1F01-2E7860507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D7C77-D90B-1272-09B5-54FB5DA59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1678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DEB4EE-AA42-B65B-3B27-549BAC7F6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882965-FE43-D580-BB7B-42BC6AC67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7DA53-E978-A568-4A7F-C129CDBE49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D20645-C31B-4F15-9FCB-FFB4A2069DB9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2D560-EFD5-4401-5461-42AEBA722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09928A-4153-FE9A-13C5-DA13ED03CB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29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image" Target="../media/image16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29.png"/><Relationship Id="rId9" Type="http://schemas.openxmlformats.org/officeDocument/2006/relationships/image" Target="../media/image3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1885;p35">
            <a:extLst>
              <a:ext uri="{FF2B5EF4-FFF2-40B4-BE49-F238E27FC236}">
                <a16:creationId xmlns:a16="http://schemas.microsoft.com/office/drawing/2014/main" id="{B3D0B45A-FE2D-B6E7-D4A7-3A0C03B3FE38}"/>
              </a:ext>
            </a:extLst>
          </p:cNvPr>
          <p:cNvSpPr txBox="1">
            <a:spLocks/>
          </p:cNvSpPr>
          <p:nvPr/>
        </p:nvSpPr>
        <p:spPr>
          <a:xfrm>
            <a:off x="76577" y="346327"/>
            <a:ext cx="12191999" cy="1194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 of Studies Project Presentation </a:t>
            </a:r>
          </a:p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to obtain the bachelor's degree in </a:t>
            </a:r>
          </a:p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Computing : Business Intelligence Specialty</a:t>
            </a:r>
            <a:endParaRPr lang="fr-FR" sz="2133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E02458-27ED-428D-A706-71DB4350B159}"/>
              </a:ext>
            </a:extLst>
          </p:cNvPr>
          <p:cNvSpPr txBox="1"/>
          <p:nvPr/>
        </p:nvSpPr>
        <p:spPr>
          <a:xfrm>
            <a:off x="3159761" y="2983713"/>
            <a:ext cx="5888199" cy="1107996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204478"/>
                </a:solidFill>
                <a:latin typeface="Raleway" pitchFamily="2" charset="0"/>
              </a:rPr>
              <a:t>Design and development of a Web-Based Project Management and Business Intelligence Application</a:t>
            </a:r>
            <a:endParaRPr lang="fr-FR" sz="2200" b="1" dirty="0">
              <a:solidFill>
                <a:srgbClr val="204478"/>
              </a:solidFill>
              <a:latin typeface="Raleway" pitchFamily="2" charset="0"/>
            </a:endParaRPr>
          </a:p>
        </p:txBody>
      </p:sp>
      <p:sp>
        <p:nvSpPr>
          <p:cNvPr id="28" name="Google Shape;2139;p37">
            <a:extLst>
              <a:ext uri="{FF2B5EF4-FFF2-40B4-BE49-F238E27FC236}">
                <a16:creationId xmlns:a16="http://schemas.microsoft.com/office/drawing/2014/main" id="{679DA83E-C008-1D2F-F914-43EFD8A09972}"/>
              </a:ext>
            </a:extLst>
          </p:cNvPr>
          <p:cNvSpPr txBox="1">
            <a:spLocks noGrp="1"/>
          </p:cNvSpPr>
          <p:nvPr/>
        </p:nvSpPr>
        <p:spPr>
          <a:xfrm>
            <a:off x="1599007" y="5035376"/>
            <a:ext cx="4575139" cy="11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>
              <a:buClr>
                <a:schemeClr val="dk1"/>
              </a:buClr>
              <a:buSzPts val="1100"/>
            </a:pPr>
            <a:r>
              <a:rPr lang="en-US" sz="1867" b="1" dirty="0">
                <a:latin typeface="Raleway" pitchFamily="2" charset="0"/>
              </a:rPr>
              <a:t>Under the direction of: 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Mr. Trigui Omar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Mr. Jawhar Letaief</a:t>
            </a:r>
            <a:endParaRPr sz="1867" dirty="0">
              <a:latin typeface="Raleway" pitchFamily="2" charset="0"/>
            </a:endParaRPr>
          </a:p>
        </p:txBody>
      </p:sp>
      <p:sp>
        <p:nvSpPr>
          <p:cNvPr id="29" name="Google Shape;2139;p37">
            <a:extLst>
              <a:ext uri="{FF2B5EF4-FFF2-40B4-BE49-F238E27FC236}">
                <a16:creationId xmlns:a16="http://schemas.microsoft.com/office/drawing/2014/main" id="{9B42B2EA-F7EA-8F44-3F36-F32357700C65}"/>
              </a:ext>
            </a:extLst>
          </p:cNvPr>
          <p:cNvSpPr txBox="1">
            <a:spLocks noGrp="1"/>
          </p:cNvSpPr>
          <p:nvPr/>
        </p:nvSpPr>
        <p:spPr>
          <a:xfrm>
            <a:off x="8210242" y="5035376"/>
            <a:ext cx="2133121" cy="11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>
              <a:buClr>
                <a:schemeClr val="dk1"/>
              </a:buClr>
              <a:buSzPts val="1100"/>
            </a:pPr>
            <a:r>
              <a:rPr lang="en-US" sz="1867" b="1" dirty="0">
                <a:latin typeface="Raleway" pitchFamily="2" charset="0"/>
              </a:rPr>
              <a:t>Presented By: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Mahdi Mlika</a:t>
            </a:r>
            <a:endParaRPr sz="1867" dirty="0">
              <a:latin typeface="Raleway" pitchFamily="2" charset="0"/>
            </a:endParaRPr>
          </a:p>
        </p:txBody>
      </p:sp>
      <p:sp>
        <p:nvSpPr>
          <p:cNvPr id="30" name="Google Shape;2139;p37">
            <a:extLst>
              <a:ext uri="{FF2B5EF4-FFF2-40B4-BE49-F238E27FC236}">
                <a16:creationId xmlns:a16="http://schemas.microsoft.com/office/drawing/2014/main" id="{7E886E04-D7A5-5A82-FC8D-F61141B404DA}"/>
              </a:ext>
            </a:extLst>
          </p:cNvPr>
          <p:cNvSpPr txBox="1">
            <a:spLocks noGrp="1"/>
          </p:cNvSpPr>
          <p:nvPr/>
        </p:nvSpPr>
        <p:spPr>
          <a:xfrm>
            <a:off x="4623518" y="6159251"/>
            <a:ext cx="2944963" cy="486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Year: 2025 - 2026</a:t>
            </a:r>
            <a:endParaRPr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5AD15D-EE29-41FE-DB7A-2BE84B4C438A}"/>
              </a:ext>
            </a:extLst>
          </p:cNvPr>
          <p:cNvCxnSpPr/>
          <p:nvPr/>
        </p:nvCxnSpPr>
        <p:spPr>
          <a:xfrm>
            <a:off x="3175864" y="1771812"/>
            <a:ext cx="588819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339886-39F9-9834-86BF-AC73DB298124}"/>
              </a:ext>
            </a:extLst>
          </p:cNvPr>
          <p:cNvCxnSpPr>
            <a:cxnSpLocks/>
          </p:cNvCxnSpPr>
          <p:nvPr/>
        </p:nvCxnSpPr>
        <p:spPr>
          <a:xfrm>
            <a:off x="3175864" y="4686196"/>
            <a:ext cx="59237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7B6CD9-5EB4-313F-5D30-A670276E7D3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18297"/>
          <a:stretch>
            <a:fillRect/>
          </a:stretch>
        </p:blipFill>
        <p:spPr bwMode="auto">
          <a:xfrm>
            <a:off x="0" y="150951"/>
            <a:ext cx="2277734" cy="183023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5A26FE-ED3E-5818-0D08-9D53F53FE1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7418" y="150951"/>
            <a:ext cx="2006048" cy="17929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9C88C7-4415-F328-AE64-9E7ACD6CC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375" y="4406688"/>
            <a:ext cx="2381250" cy="23812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396D8F-4146-C97D-EDBC-56ED9CF22A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896" y="1020341"/>
            <a:ext cx="4393360" cy="292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45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9C1CBF63-DB93-6B1A-526B-143D7D519DBD}"/>
              </a:ext>
            </a:extLst>
          </p:cNvPr>
          <p:cNvSpPr/>
          <p:nvPr/>
        </p:nvSpPr>
        <p:spPr>
          <a:xfrm>
            <a:off x="11140440" y="-9144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F58928EA-7387-9966-C99C-F99AC1C1FBA7}"/>
              </a:ext>
            </a:extLst>
          </p:cNvPr>
          <p:cNvSpPr/>
          <p:nvPr/>
        </p:nvSpPr>
        <p:spPr>
          <a:xfrm>
            <a:off x="11597640" y="-9144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756A5D2-06BA-6B39-3402-8693AE75C165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5C1DD746-A40A-42CB-DB77-0FC3C8730E6F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A58939C2-BF66-BC96-2F46-C4B6BA97FDB6}"/>
              </a:ext>
            </a:extLst>
          </p:cNvPr>
          <p:cNvSpPr/>
          <p:nvPr/>
        </p:nvSpPr>
        <p:spPr>
          <a:xfrm>
            <a:off x="457200" y="18288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B3A7A"/>
                </a:solidFill>
              </a:rPr>
              <a:t>TABLE OF CONTENTS</a:t>
            </a:r>
            <a:endParaRPr lang="en-US" sz="2200" dirty="0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2E6858B7-E55C-0C8A-3B63-A351A5F48F92}"/>
              </a:ext>
            </a:extLst>
          </p:cNvPr>
          <p:cNvSpPr/>
          <p:nvPr/>
        </p:nvSpPr>
        <p:spPr>
          <a:xfrm>
            <a:off x="457200" y="768096"/>
            <a:ext cx="1463040" cy="640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3FCEB587-0CFC-0773-8747-78C58EC71220}"/>
              </a:ext>
            </a:extLst>
          </p:cNvPr>
          <p:cNvSpPr/>
          <p:nvPr/>
        </p:nvSpPr>
        <p:spPr>
          <a:xfrm>
            <a:off x="1739392" y="1560152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B5C5C43D-08A7-856A-5BDD-5D67A8E91939}"/>
              </a:ext>
            </a:extLst>
          </p:cNvPr>
          <p:cNvSpPr/>
          <p:nvPr/>
        </p:nvSpPr>
        <p:spPr>
          <a:xfrm>
            <a:off x="1739392" y="155253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C4F33E82-1562-F596-E3EF-1C786381EF09}"/>
              </a:ext>
            </a:extLst>
          </p:cNvPr>
          <p:cNvSpPr/>
          <p:nvPr/>
        </p:nvSpPr>
        <p:spPr>
          <a:xfrm>
            <a:off x="2397760" y="156015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General Project Context</a:t>
            </a:r>
            <a:endParaRPr lang="en-US" sz="2000" dirty="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C9DFB494-33BE-C1A8-8DA2-84754EEF12AC}"/>
              </a:ext>
            </a:extLst>
          </p:cNvPr>
          <p:cNvSpPr/>
          <p:nvPr/>
        </p:nvSpPr>
        <p:spPr>
          <a:xfrm>
            <a:off x="1739392" y="2748872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E3817EBF-D633-0BE3-B2C8-8EDB1501B2B0}"/>
              </a:ext>
            </a:extLst>
          </p:cNvPr>
          <p:cNvSpPr/>
          <p:nvPr/>
        </p:nvSpPr>
        <p:spPr>
          <a:xfrm>
            <a:off x="1739392" y="27488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0B82FED3-245A-F504-D37C-68CE91C90A7E}"/>
              </a:ext>
            </a:extLst>
          </p:cNvPr>
          <p:cNvSpPr/>
          <p:nvPr/>
        </p:nvSpPr>
        <p:spPr>
          <a:xfrm>
            <a:off x="2397760" y="2748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E293B"/>
                </a:solidFill>
              </a:rPr>
              <a:t>Existing System Analysis</a:t>
            </a:r>
            <a:endParaRPr lang="en-US" sz="2000" dirty="0"/>
          </a:p>
        </p:txBody>
      </p:sp>
      <p:sp>
        <p:nvSpPr>
          <p:cNvPr id="25" name="Shape 12">
            <a:extLst>
              <a:ext uri="{FF2B5EF4-FFF2-40B4-BE49-F238E27FC236}">
                <a16:creationId xmlns:a16="http://schemas.microsoft.com/office/drawing/2014/main" id="{438335A1-426C-EB4A-C646-0BB67373B229}"/>
              </a:ext>
            </a:extLst>
          </p:cNvPr>
          <p:cNvSpPr/>
          <p:nvPr/>
        </p:nvSpPr>
        <p:spPr>
          <a:xfrm>
            <a:off x="1739392" y="3937592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BAB502EF-276F-02DF-91F5-66AD2FF16B78}"/>
              </a:ext>
            </a:extLst>
          </p:cNvPr>
          <p:cNvSpPr/>
          <p:nvPr/>
        </p:nvSpPr>
        <p:spPr>
          <a:xfrm>
            <a:off x="1739392" y="3937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339BB3A4-48C1-3D78-9A10-E0A99E3075AF}"/>
              </a:ext>
            </a:extLst>
          </p:cNvPr>
          <p:cNvSpPr/>
          <p:nvPr/>
        </p:nvSpPr>
        <p:spPr>
          <a:xfrm>
            <a:off x="2397760" y="393759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E293B"/>
                </a:solidFill>
              </a:rPr>
              <a:t>Proposed Solution</a:t>
            </a:r>
            <a:endParaRPr lang="en-US" sz="2000" dirty="0"/>
          </a:p>
        </p:txBody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7BBBC95D-02E6-499F-DF70-265B07CB60D3}"/>
              </a:ext>
            </a:extLst>
          </p:cNvPr>
          <p:cNvSpPr/>
          <p:nvPr/>
        </p:nvSpPr>
        <p:spPr>
          <a:xfrm>
            <a:off x="6560312" y="1478450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C85AF3FD-77BD-FE7D-04E1-B046AA91706A}"/>
              </a:ext>
            </a:extLst>
          </p:cNvPr>
          <p:cNvSpPr/>
          <p:nvPr/>
        </p:nvSpPr>
        <p:spPr>
          <a:xfrm>
            <a:off x="6560312" y="149512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FF60D938-514D-8441-7B2F-07683D731C48}"/>
              </a:ext>
            </a:extLst>
          </p:cNvPr>
          <p:cNvSpPr/>
          <p:nvPr/>
        </p:nvSpPr>
        <p:spPr>
          <a:xfrm>
            <a:off x="7218680" y="1489963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Analysis &amp; Design</a:t>
            </a:r>
            <a:endParaRPr lang="en-US" sz="2000" dirty="0"/>
          </a:p>
        </p:txBody>
      </p:sp>
      <p:sp>
        <p:nvSpPr>
          <p:cNvPr id="31" name="Shape 18">
            <a:extLst>
              <a:ext uri="{FF2B5EF4-FFF2-40B4-BE49-F238E27FC236}">
                <a16:creationId xmlns:a16="http://schemas.microsoft.com/office/drawing/2014/main" id="{17056A91-0A0D-A114-055A-E33AC4A281CB}"/>
              </a:ext>
            </a:extLst>
          </p:cNvPr>
          <p:cNvSpPr/>
          <p:nvPr/>
        </p:nvSpPr>
        <p:spPr>
          <a:xfrm>
            <a:off x="6560312" y="2683848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32" name="Text 19">
            <a:extLst>
              <a:ext uri="{FF2B5EF4-FFF2-40B4-BE49-F238E27FC236}">
                <a16:creationId xmlns:a16="http://schemas.microsoft.com/office/drawing/2014/main" id="{5E8289D8-6362-4F69-0C7E-48CE434AD876}"/>
              </a:ext>
            </a:extLst>
          </p:cNvPr>
          <p:cNvSpPr/>
          <p:nvPr/>
        </p:nvSpPr>
        <p:spPr>
          <a:xfrm>
            <a:off x="6560312" y="26838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05</a:t>
            </a:r>
            <a:endParaRPr lang="en-US" sz="2000" dirty="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A56F1294-414B-96C6-9138-84EF187D9889}"/>
              </a:ext>
            </a:extLst>
          </p:cNvPr>
          <p:cNvSpPr/>
          <p:nvPr/>
        </p:nvSpPr>
        <p:spPr>
          <a:xfrm>
            <a:off x="7218680" y="268384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39" name="Shape 21">
            <a:extLst>
              <a:ext uri="{FF2B5EF4-FFF2-40B4-BE49-F238E27FC236}">
                <a16:creationId xmlns:a16="http://schemas.microsoft.com/office/drawing/2014/main" id="{DAABDCBE-B8A3-DC95-7AD6-35E8D069C32A}"/>
              </a:ext>
            </a:extLst>
          </p:cNvPr>
          <p:cNvSpPr/>
          <p:nvPr/>
        </p:nvSpPr>
        <p:spPr>
          <a:xfrm>
            <a:off x="6560312" y="3855890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40" name="Text 22">
            <a:extLst>
              <a:ext uri="{FF2B5EF4-FFF2-40B4-BE49-F238E27FC236}">
                <a16:creationId xmlns:a16="http://schemas.microsoft.com/office/drawing/2014/main" id="{1A65AAA9-DBCB-5CFB-60C8-861631BAB4F9}"/>
              </a:ext>
            </a:extLst>
          </p:cNvPr>
          <p:cNvSpPr/>
          <p:nvPr/>
        </p:nvSpPr>
        <p:spPr>
          <a:xfrm>
            <a:off x="6560312" y="387256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06</a:t>
            </a:r>
            <a:endParaRPr lang="en-US" sz="2000" dirty="0"/>
          </a:p>
        </p:txBody>
      </p:sp>
      <p:sp>
        <p:nvSpPr>
          <p:cNvPr id="41" name="Text 23">
            <a:extLst>
              <a:ext uri="{FF2B5EF4-FFF2-40B4-BE49-F238E27FC236}">
                <a16:creationId xmlns:a16="http://schemas.microsoft.com/office/drawing/2014/main" id="{08990643-29EA-20FF-5787-1730F846AFA0}"/>
              </a:ext>
            </a:extLst>
          </p:cNvPr>
          <p:cNvSpPr/>
          <p:nvPr/>
        </p:nvSpPr>
        <p:spPr>
          <a:xfrm>
            <a:off x="7218680" y="3855890"/>
            <a:ext cx="41625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Business Intelligence &amp; Dashboards</a:t>
            </a:r>
            <a:endParaRPr lang="en-US" sz="2000" dirty="0"/>
          </a:p>
        </p:txBody>
      </p:sp>
      <p:sp>
        <p:nvSpPr>
          <p:cNvPr id="44" name="Shape 26">
            <a:extLst>
              <a:ext uri="{FF2B5EF4-FFF2-40B4-BE49-F238E27FC236}">
                <a16:creationId xmlns:a16="http://schemas.microsoft.com/office/drawing/2014/main" id="{2271D0B8-0BC1-60F8-8C6F-E85158F538A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45" name="Text 27">
            <a:extLst>
              <a:ext uri="{FF2B5EF4-FFF2-40B4-BE49-F238E27FC236}">
                <a16:creationId xmlns:a16="http://schemas.microsoft.com/office/drawing/2014/main" id="{D487DFDC-6463-6924-A24C-CE239DDC99E3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7B4F87AD-E067-2527-461D-114AB8676DEC}"/>
              </a:ext>
            </a:extLst>
          </p:cNvPr>
          <p:cNvSpPr/>
          <p:nvPr/>
        </p:nvSpPr>
        <p:spPr>
          <a:xfrm>
            <a:off x="6560312" y="4929719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 dirty="0"/>
          </a:p>
        </p:txBody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F2902DFD-2F65-31E7-82C8-4A2AC38DDD95}"/>
              </a:ext>
            </a:extLst>
          </p:cNvPr>
          <p:cNvSpPr/>
          <p:nvPr/>
        </p:nvSpPr>
        <p:spPr>
          <a:xfrm>
            <a:off x="6560312" y="4946397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07</a:t>
            </a:r>
            <a:endParaRPr lang="en-US" sz="20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EB117594-64C8-C6C7-6063-55DD7E8805E5}"/>
              </a:ext>
            </a:extLst>
          </p:cNvPr>
          <p:cNvSpPr/>
          <p:nvPr/>
        </p:nvSpPr>
        <p:spPr>
          <a:xfrm>
            <a:off x="7218680" y="4929719"/>
            <a:ext cx="41625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Conclusion &amp; Perspectives</a:t>
            </a:r>
            <a:endParaRPr lang="en-US" sz="2000" dirty="0"/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B7343DDF-695A-7855-521E-F296F4C3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8522"/>
          <a:stretch>
            <a:fillRect/>
          </a:stretch>
        </p:blipFill>
        <p:spPr>
          <a:xfrm>
            <a:off x="3192338" y="4946397"/>
            <a:ext cx="1708749" cy="147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0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809A9D9C-A876-A987-8402-C355A962603E}"/>
              </a:ext>
            </a:extLst>
          </p:cNvPr>
          <p:cNvSpPr/>
          <p:nvPr/>
        </p:nvSpPr>
        <p:spPr>
          <a:xfrm>
            <a:off x="1051560" y="1211835"/>
            <a:ext cx="4983483" cy="4030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01</a:t>
            </a:r>
            <a:endParaRPr lang="en-US" sz="15000" dirty="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69D3C861-5BF8-928A-6144-83BE0C8BBA78}"/>
              </a:ext>
            </a:extLst>
          </p:cNvPr>
          <p:cNvSpPr/>
          <p:nvPr/>
        </p:nvSpPr>
        <p:spPr>
          <a:xfrm>
            <a:off x="1783081" y="2802891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A184463-5204-54DA-7EB6-F24AB543E85A}"/>
              </a:ext>
            </a:extLst>
          </p:cNvPr>
          <p:cNvSpPr/>
          <p:nvPr/>
        </p:nvSpPr>
        <p:spPr>
          <a:xfrm>
            <a:off x="1783081" y="2912619"/>
            <a:ext cx="9966966" cy="80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3A7A"/>
                </a:solidFill>
              </a:rPr>
              <a:t>General Project Context</a:t>
            </a:r>
            <a:endParaRPr lang="en-US" sz="2800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63101273-B7A5-9298-0EAB-A02DDA1E0D90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1A77225-9531-B2E8-7A70-5C09489AC2F5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2FDE5C4-2DF2-4424-CB49-D4020F3588C9}"/>
              </a:ext>
            </a:extLst>
          </p:cNvPr>
          <p:cNvSpPr/>
          <p:nvPr/>
        </p:nvSpPr>
        <p:spPr>
          <a:xfrm>
            <a:off x="0" y="6040967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0B6C83F-F7A6-4B6F-0D25-83B759F13B19}"/>
              </a:ext>
            </a:extLst>
          </p:cNvPr>
          <p:cNvSpPr/>
          <p:nvPr/>
        </p:nvSpPr>
        <p:spPr>
          <a:xfrm>
            <a:off x="0" y="6388439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26">
            <a:extLst>
              <a:ext uri="{FF2B5EF4-FFF2-40B4-BE49-F238E27FC236}">
                <a16:creationId xmlns:a16="http://schemas.microsoft.com/office/drawing/2014/main" id="{E3711DFC-BC37-B841-380E-D38B55EE404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3" name="Text 27">
            <a:extLst>
              <a:ext uri="{FF2B5EF4-FFF2-40B4-BE49-F238E27FC236}">
                <a16:creationId xmlns:a16="http://schemas.microsoft.com/office/drawing/2014/main" id="{4B3B1503-79B0-8301-182D-107D5F8FEF2A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88902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>
            <a:extLst>
              <a:ext uri="{FF2B5EF4-FFF2-40B4-BE49-F238E27FC236}">
                <a16:creationId xmlns:a16="http://schemas.microsoft.com/office/drawing/2014/main" id="{8D8EA447-5650-CCCF-D319-B7165FD6E5AA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Shape 1">
            <a:extLst>
              <a:ext uri="{FF2B5EF4-FFF2-40B4-BE49-F238E27FC236}">
                <a16:creationId xmlns:a16="http://schemas.microsoft.com/office/drawing/2014/main" id="{24EEC558-E50B-B787-9BFF-7E4FA6B1313E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2">
            <a:extLst>
              <a:ext uri="{FF2B5EF4-FFF2-40B4-BE49-F238E27FC236}">
                <a16:creationId xmlns:a16="http://schemas.microsoft.com/office/drawing/2014/main" id="{8D0128D7-4E1D-B135-72FD-5A7BDA13092D}"/>
              </a:ext>
            </a:extLst>
          </p:cNvPr>
          <p:cNvSpPr/>
          <p:nvPr/>
        </p:nvSpPr>
        <p:spPr>
          <a:xfrm>
            <a:off x="0" y="6051974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F2129B85-E490-2783-B1CB-24F603B74D56}"/>
              </a:ext>
            </a:extLst>
          </p:cNvPr>
          <p:cNvSpPr/>
          <p:nvPr/>
        </p:nvSpPr>
        <p:spPr>
          <a:xfrm>
            <a:off x="0" y="6399446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16D0FEAE-2244-D33A-3623-39228C7C54B4}"/>
              </a:ext>
            </a:extLst>
          </p:cNvPr>
          <p:cNvSpPr/>
          <p:nvPr/>
        </p:nvSpPr>
        <p:spPr>
          <a:xfrm>
            <a:off x="320040" y="155448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5">
            <a:extLst>
              <a:ext uri="{FF2B5EF4-FFF2-40B4-BE49-F238E27FC236}">
                <a16:creationId xmlns:a16="http://schemas.microsoft.com/office/drawing/2014/main" id="{3A4582C7-FF95-5CC7-C4A6-3D3214EB3DDB}"/>
              </a:ext>
            </a:extLst>
          </p:cNvPr>
          <p:cNvSpPr/>
          <p:nvPr/>
        </p:nvSpPr>
        <p:spPr>
          <a:xfrm>
            <a:off x="475488" y="11887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66" name="Text 6">
            <a:extLst>
              <a:ext uri="{FF2B5EF4-FFF2-40B4-BE49-F238E27FC236}">
                <a16:creationId xmlns:a16="http://schemas.microsoft.com/office/drawing/2014/main" id="{EFC4BDFD-EBD1-03E2-1677-0F19A0A913A9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B3A7A"/>
                </a:solidFill>
              </a:rPr>
              <a:t>Host Organization</a:t>
            </a:r>
            <a:r>
              <a:rPr lang="en-US" sz="1200" dirty="0">
                <a:solidFill>
                  <a:srgbClr val="94A3B8"/>
                </a:solidFill>
              </a:rPr>
              <a:t> | Problem Statement</a:t>
            </a:r>
            <a:endParaRPr lang="en-US" sz="1200" dirty="0"/>
          </a:p>
        </p:txBody>
      </p:sp>
      <p:sp>
        <p:nvSpPr>
          <p:cNvPr id="89" name="Shape 26">
            <a:extLst>
              <a:ext uri="{FF2B5EF4-FFF2-40B4-BE49-F238E27FC236}">
                <a16:creationId xmlns:a16="http://schemas.microsoft.com/office/drawing/2014/main" id="{8B751D9D-084E-78A1-9F5A-51D4C0FA29BF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0" name="Text 27">
            <a:extLst>
              <a:ext uri="{FF2B5EF4-FFF2-40B4-BE49-F238E27FC236}">
                <a16:creationId xmlns:a16="http://schemas.microsoft.com/office/drawing/2014/main" id="{02D4C25A-1F74-8A85-5729-10E2E46B2228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pic>
        <p:nvPicPr>
          <p:cNvPr id="91" name="Graphique 1">
            <a:extLst>
              <a:ext uri="{FF2B5EF4-FFF2-40B4-BE49-F238E27FC236}">
                <a16:creationId xmlns:a16="http://schemas.microsoft.com/office/drawing/2014/main" id="{5D8DAA13-D1E2-EC00-C4F1-F7E2461D6A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8866" y="5352133"/>
            <a:ext cx="3766845" cy="1170911"/>
          </a:xfrm>
          <a:prstGeom prst="rect">
            <a:avLst/>
          </a:prstGeom>
        </p:spPr>
      </p:pic>
      <p:sp>
        <p:nvSpPr>
          <p:cNvPr id="93" name="Shape 7">
            <a:extLst>
              <a:ext uri="{FF2B5EF4-FFF2-40B4-BE49-F238E27FC236}">
                <a16:creationId xmlns:a16="http://schemas.microsoft.com/office/drawing/2014/main" id="{83F75EAD-76DE-9EDB-2016-FCC089506807}"/>
              </a:ext>
            </a:extLst>
          </p:cNvPr>
          <p:cNvSpPr/>
          <p:nvPr/>
        </p:nvSpPr>
        <p:spPr>
          <a:xfrm>
            <a:off x="775904" y="1544597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4" name="Text 8">
            <a:extLst>
              <a:ext uri="{FF2B5EF4-FFF2-40B4-BE49-F238E27FC236}">
                <a16:creationId xmlns:a16="http://schemas.microsoft.com/office/drawing/2014/main" id="{6F852865-C774-EE1B-2C0F-5032F853BE9F}"/>
              </a:ext>
            </a:extLst>
          </p:cNvPr>
          <p:cNvSpPr/>
          <p:nvPr/>
        </p:nvSpPr>
        <p:spPr>
          <a:xfrm>
            <a:off x="775904" y="1544597"/>
            <a:ext cx="292910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Creative Media</a:t>
            </a:r>
            <a:endParaRPr lang="en-US" sz="1600" dirty="0"/>
          </a:p>
        </p:txBody>
      </p:sp>
      <p:sp>
        <p:nvSpPr>
          <p:cNvPr id="95" name="Shape 9">
            <a:extLst>
              <a:ext uri="{FF2B5EF4-FFF2-40B4-BE49-F238E27FC236}">
                <a16:creationId xmlns:a16="http://schemas.microsoft.com/office/drawing/2014/main" id="{3DE97CE9-39A1-17D5-1379-4133EC57AAA5}"/>
              </a:ext>
            </a:extLst>
          </p:cNvPr>
          <p:cNvSpPr/>
          <p:nvPr/>
        </p:nvSpPr>
        <p:spPr>
          <a:xfrm>
            <a:off x="775905" y="1956077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6" name="Shape 10">
            <a:extLst>
              <a:ext uri="{FF2B5EF4-FFF2-40B4-BE49-F238E27FC236}">
                <a16:creationId xmlns:a16="http://schemas.microsoft.com/office/drawing/2014/main" id="{8B62DB0A-112A-C6A7-B241-F03B18C9844B}"/>
              </a:ext>
            </a:extLst>
          </p:cNvPr>
          <p:cNvSpPr/>
          <p:nvPr/>
        </p:nvSpPr>
        <p:spPr>
          <a:xfrm>
            <a:off x="775905" y="1956077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7" name="Text 11">
            <a:extLst>
              <a:ext uri="{FF2B5EF4-FFF2-40B4-BE49-F238E27FC236}">
                <a16:creationId xmlns:a16="http://schemas.microsoft.com/office/drawing/2014/main" id="{20F876FF-81ED-1E51-FD6F-12038A5BB360}"/>
              </a:ext>
            </a:extLst>
          </p:cNvPr>
          <p:cNvSpPr/>
          <p:nvPr/>
        </p:nvSpPr>
        <p:spPr>
          <a:xfrm>
            <a:off x="958785" y="1956077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Sector</a:t>
            </a:r>
            <a:endParaRPr lang="en-US" sz="1600" dirty="0"/>
          </a:p>
        </p:txBody>
      </p:sp>
      <p:sp>
        <p:nvSpPr>
          <p:cNvPr id="98" name="Text 12">
            <a:extLst>
              <a:ext uri="{FF2B5EF4-FFF2-40B4-BE49-F238E27FC236}">
                <a16:creationId xmlns:a16="http://schemas.microsoft.com/office/drawing/2014/main" id="{7589AD2D-6371-BE8F-8B03-48C3FEE2BBC6}"/>
              </a:ext>
            </a:extLst>
          </p:cNvPr>
          <p:cNvSpPr/>
          <p:nvPr/>
        </p:nvSpPr>
        <p:spPr>
          <a:xfrm>
            <a:off x="3016185" y="1956077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Digital Technology &amp; Multimedia Agency — Sousse, Tunisia</a:t>
            </a:r>
            <a:endParaRPr lang="en-US" sz="1600" dirty="0"/>
          </a:p>
        </p:txBody>
      </p:sp>
      <p:sp>
        <p:nvSpPr>
          <p:cNvPr id="99" name="Shape 13">
            <a:extLst>
              <a:ext uri="{FF2B5EF4-FFF2-40B4-BE49-F238E27FC236}">
                <a16:creationId xmlns:a16="http://schemas.microsoft.com/office/drawing/2014/main" id="{C246D32D-0508-6F7A-FABA-CADDD7E751E4}"/>
              </a:ext>
            </a:extLst>
          </p:cNvPr>
          <p:cNvSpPr/>
          <p:nvPr/>
        </p:nvSpPr>
        <p:spPr>
          <a:xfrm>
            <a:off x="775905" y="2568725"/>
            <a:ext cx="10364535" cy="5212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0" name="Shape 14">
            <a:extLst>
              <a:ext uri="{FF2B5EF4-FFF2-40B4-BE49-F238E27FC236}">
                <a16:creationId xmlns:a16="http://schemas.microsoft.com/office/drawing/2014/main" id="{DC680E09-351B-9616-5532-5A29D873668D}"/>
              </a:ext>
            </a:extLst>
          </p:cNvPr>
          <p:cNvSpPr/>
          <p:nvPr/>
        </p:nvSpPr>
        <p:spPr>
          <a:xfrm>
            <a:off x="775905" y="2568725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1" name="Text 15">
            <a:extLst>
              <a:ext uri="{FF2B5EF4-FFF2-40B4-BE49-F238E27FC236}">
                <a16:creationId xmlns:a16="http://schemas.microsoft.com/office/drawing/2014/main" id="{C84F4E7F-40BE-CC99-CC32-42C02A89F928}"/>
              </a:ext>
            </a:extLst>
          </p:cNvPr>
          <p:cNvSpPr/>
          <p:nvPr/>
        </p:nvSpPr>
        <p:spPr>
          <a:xfrm>
            <a:off x="958785" y="2568725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Founded</a:t>
            </a:r>
            <a:endParaRPr lang="en-US" sz="1600" dirty="0"/>
          </a:p>
        </p:txBody>
      </p:sp>
      <p:sp>
        <p:nvSpPr>
          <p:cNvPr id="102" name="Text 16">
            <a:extLst>
              <a:ext uri="{FF2B5EF4-FFF2-40B4-BE49-F238E27FC236}">
                <a16:creationId xmlns:a16="http://schemas.microsoft.com/office/drawing/2014/main" id="{E0599836-5C43-EFE6-CAE5-33DFC54D8DDB}"/>
              </a:ext>
            </a:extLst>
          </p:cNvPr>
          <p:cNvSpPr/>
          <p:nvPr/>
        </p:nvSpPr>
        <p:spPr>
          <a:xfrm>
            <a:off x="3016185" y="2568725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2002  ·  Legal form: SARL</a:t>
            </a:r>
            <a:endParaRPr lang="en-US" sz="1600" dirty="0"/>
          </a:p>
        </p:txBody>
      </p:sp>
      <p:sp>
        <p:nvSpPr>
          <p:cNvPr id="103" name="Shape 17">
            <a:extLst>
              <a:ext uri="{FF2B5EF4-FFF2-40B4-BE49-F238E27FC236}">
                <a16:creationId xmlns:a16="http://schemas.microsoft.com/office/drawing/2014/main" id="{DE6D6A92-8BC0-DD44-263F-6229CB608DA9}"/>
              </a:ext>
            </a:extLst>
          </p:cNvPr>
          <p:cNvSpPr/>
          <p:nvPr/>
        </p:nvSpPr>
        <p:spPr>
          <a:xfrm>
            <a:off x="775905" y="3181373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4" name="Shape 18">
            <a:extLst>
              <a:ext uri="{FF2B5EF4-FFF2-40B4-BE49-F238E27FC236}">
                <a16:creationId xmlns:a16="http://schemas.microsoft.com/office/drawing/2014/main" id="{4BC0F725-8420-4F8C-7E7D-73B555BC30AC}"/>
              </a:ext>
            </a:extLst>
          </p:cNvPr>
          <p:cNvSpPr/>
          <p:nvPr/>
        </p:nvSpPr>
        <p:spPr>
          <a:xfrm>
            <a:off x="775905" y="3181373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5" name="Text 19">
            <a:extLst>
              <a:ext uri="{FF2B5EF4-FFF2-40B4-BE49-F238E27FC236}">
                <a16:creationId xmlns:a16="http://schemas.microsoft.com/office/drawing/2014/main" id="{52DFD97B-F2A9-3912-0D53-3265606C5702}"/>
              </a:ext>
            </a:extLst>
          </p:cNvPr>
          <p:cNvSpPr/>
          <p:nvPr/>
        </p:nvSpPr>
        <p:spPr>
          <a:xfrm>
            <a:off x="958785" y="3181373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Expertise</a:t>
            </a:r>
            <a:endParaRPr lang="en-US" sz="1600" dirty="0"/>
          </a:p>
        </p:txBody>
      </p:sp>
      <p:sp>
        <p:nvSpPr>
          <p:cNvPr id="106" name="Text 20">
            <a:extLst>
              <a:ext uri="{FF2B5EF4-FFF2-40B4-BE49-F238E27FC236}">
                <a16:creationId xmlns:a16="http://schemas.microsoft.com/office/drawing/2014/main" id="{B8AB4835-FAE5-9BAB-B2F2-B2FA68EC8A34}"/>
              </a:ext>
            </a:extLst>
          </p:cNvPr>
          <p:cNvSpPr/>
          <p:nvPr/>
        </p:nvSpPr>
        <p:spPr>
          <a:xfrm>
            <a:off x="3016185" y="3181373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Web &amp; mobile development · UX/UI design · AI integration · digital branding · CGI</a:t>
            </a:r>
            <a:endParaRPr lang="en-US" sz="1600" dirty="0"/>
          </a:p>
        </p:txBody>
      </p:sp>
      <p:sp>
        <p:nvSpPr>
          <p:cNvPr id="107" name="Shape 21">
            <a:extLst>
              <a:ext uri="{FF2B5EF4-FFF2-40B4-BE49-F238E27FC236}">
                <a16:creationId xmlns:a16="http://schemas.microsoft.com/office/drawing/2014/main" id="{38A9CA9B-A9F5-1EA4-AD82-9112675AD05D}"/>
              </a:ext>
            </a:extLst>
          </p:cNvPr>
          <p:cNvSpPr/>
          <p:nvPr/>
        </p:nvSpPr>
        <p:spPr>
          <a:xfrm>
            <a:off x="775905" y="3794021"/>
            <a:ext cx="10364535" cy="5212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8" name="Shape 22">
            <a:extLst>
              <a:ext uri="{FF2B5EF4-FFF2-40B4-BE49-F238E27FC236}">
                <a16:creationId xmlns:a16="http://schemas.microsoft.com/office/drawing/2014/main" id="{9D3F98E2-801D-4508-0FED-1001883F1C6D}"/>
              </a:ext>
            </a:extLst>
          </p:cNvPr>
          <p:cNvSpPr/>
          <p:nvPr/>
        </p:nvSpPr>
        <p:spPr>
          <a:xfrm>
            <a:off x="775905" y="3794021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9" name="Text 23">
            <a:extLst>
              <a:ext uri="{FF2B5EF4-FFF2-40B4-BE49-F238E27FC236}">
                <a16:creationId xmlns:a16="http://schemas.microsoft.com/office/drawing/2014/main" id="{CCEAB583-B04E-5C23-A68F-76AEB9533482}"/>
              </a:ext>
            </a:extLst>
          </p:cNvPr>
          <p:cNvSpPr/>
          <p:nvPr/>
        </p:nvSpPr>
        <p:spPr>
          <a:xfrm>
            <a:off x="958785" y="3794021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Methodology</a:t>
            </a:r>
            <a:endParaRPr lang="en-US" sz="1600" dirty="0"/>
          </a:p>
        </p:txBody>
      </p:sp>
      <p:sp>
        <p:nvSpPr>
          <p:cNvPr id="110" name="Text 24">
            <a:extLst>
              <a:ext uri="{FF2B5EF4-FFF2-40B4-BE49-F238E27FC236}">
                <a16:creationId xmlns:a16="http://schemas.microsoft.com/office/drawing/2014/main" id="{4CC1DE72-CF16-C071-3065-3E668667B994}"/>
              </a:ext>
            </a:extLst>
          </p:cNvPr>
          <p:cNvSpPr/>
          <p:nvPr/>
        </p:nvSpPr>
        <p:spPr>
          <a:xfrm>
            <a:off x="3016185" y="3794021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Agile &amp; Scrum — collaborative, client-centred</a:t>
            </a:r>
            <a:endParaRPr lang="en-US" sz="1600" dirty="0"/>
          </a:p>
        </p:txBody>
      </p:sp>
      <p:sp>
        <p:nvSpPr>
          <p:cNvPr id="111" name="Shape 25">
            <a:extLst>
              <a:ext uri="{FF2B5EF4-FFF2-40B4-BE49-F238E27FC236}">
                <a16:creationId xmlns:a16="http://schemas.microsoft.com/office/drawing/2014/main" id="{F1D7C1DC-C5AA-83CA-1841-BD4875C86E62}"/>
              </a:ext>
            </a:extLst>
          </p:cNvPr>
          <p:cNvSpPr/>
          <p:nvPr/>
        </p:nvSpPr>
        <p:spPr>
          <a:xfrm>
            <a:off x="775905" y="4406669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12" name="Shape 26">
            <a:extLst>
              <a:ext uri="{FF2B5EF4-FFF2-40B4-BE49-F238E27FC236}">
                <a16:creationId xmlns:a16="http://schemas.microsoft.com/office/drawing/2014/main" id="{6113F047-0DC3-99E0-473A-D482E148A681}"/>
              </a:ext>
            </a:extLst>
          </p:cNvPr>
          <p:cNvSpPr/>
          <p:nvPr/>
        </p:nvSpPr>
        <p:spPr>
          <a:xfrm>
            <a:off x="775905" y="4406669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13" name="Text 27">
            <a:extLst>
              <a:ext uri="{FF2B5EF4-FFF2-40B4-BE49-F238E27FC236}">
                <a16:creationId xmlns:a16="http://schemas.microsoft.com/office/drawing/2014/main" id="{FC6FEC18-02E9-0BB2-4A17-926FB0E14858}"/>
              </a:ext>
            </a:extLst>
          </p:cNvPr>
          <p:cNvSpPr/>
          <p:nvPr/>
        </p:nvSpPr>
        <p:spPr>
          <a:xfrm>
            <a:off x="958785" y="4406669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Team</a:t>
            </a:r>
            <a:endParaRPr lang="en-US" sz="1600" dirty="0"/>
          </a:p>
        </p:txBody>
      </p:sp>
      <p:sp>
        <p:nvSpPr>
          <p:cNvPr id="114" name="Text 28">
            <a:extLst>
              <a:ext uri="{FF2B5EF4-FFF2-40B4-BE49-F238E27FC236}">
                <a16:creationId xmlns:a16="http://schemas.microsoft.com/office/drawing/2014/main" id="{38C082FA-159C-A566-56AF-DA0B7B732E6A}"/>
              </a:ext>
            </a:extLst>
          </p:cNvPr>
          <p:cNvSpPr/>
          <p:nvPr/>
        </p:nvSpPr>
        <p:spPr>
          <a:xfrm>
            <a:off x="3016185" y="4406669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Full-stack developers · UX/UI designers · AI integrators · multimedia specialists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194020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5FEC30E1-D368-1E29-FF1C-DABA9EF154DD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77D1B6E-1A02-7328-6B8C-E4096C904184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05540DA-D2B2-1B2E-943E-D144C382F0CB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876AC76-C7DD-8244-7D73-9C0298831995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3A45674-F842-C018-43DC-828A99C384A1}"/>
              </a:ext>
            </a:extLst>
          </p:cNvPr>
          <p:cNvSpPr/>
          <p:nvPr/>
        </p:nvSpPr>
        <p:spPr>
          <a:xfrm>
            <a:off x="320040" y="155448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568AEE78-A803-A8AF-8FC2-5937FFD508F2}"/>
              </a:ext>
            </a:extLst>
          </p:cNvPr>
          <p:cNvSpPr/>
          <p:nvPr/>
        </p:nvSpPr>
        <p:spPr>
          <a:xfrm>
            <a:off x="475488" y="11887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5B60344B-5DCE-5D46-FFB7-15AF566DC501}"/>
              </a:ext>
            </a:extLst>
          </p:cNvPr>
          <p:cNvSpPr/>
          <p:nvPr/>
        </p:nvSpPr>
        <p:spPr>
          <a:xfrm>
            <a:off x="4983480" y="2743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</a:rPr>
              <a:t>Host Organization | </a:t>
            </a:r>
            <a:r>
              <a:rPr lang="en-US" sz="1200" b="1" dirty="0">
                <a:solidFill>
                  <a:srgbClr val="1B3A7A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4EBC3488-2264-6FCD-F464-B2403EF2600B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94A86986-0993-D3E8-6849-EFD9A17F7625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AD97C6A7-7DC2-B598-5C8F-61257AADAA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70565" y="1873267"/>
            <a:ext cx="3850870" cy="271566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89C4B11-F12D-6C3F-877C-31B930A7E52A}"/>
              </a:ext>
            </a:extLst>
          </p:cNvPr>
          <p:cNvSpPr txBox="1"/>
          <p:nvPr/>
        </p:nvSpPr>
        <p:spPr>
          <a:xfrm>
            <a:off x="525779" y="1226936"/>
            <a:ext cx="3453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systematic time logging against project budgets</a:t>
            </a:r>
            <a:endParaRPr lang="en-US" sz="1800" b="1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1BF340-400F-4750-77B8-6428BEDE67C1}"/>
              </a:ext>
            </a:extLst>
          </p:cNvPr>
          <p:cNvCxnSpPr>
            <a:cxnSpLocks/>
          </p:cNvCxnSpPr>
          <p:nvPr/>
        </p:nvCxnSpPr>
        <p:spPr>
          <a:xfrm flipH="1" flipV="1">
            <a:off x="3005667" y="2010427"/>
            <a:ext cx="1164898" cy="12206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4B1AF4-47F0-7681-C180-C2F1D1D3A08D}"/>
              </a:ext>
            </a:extLst>
          </p:cNvPr>
          <p:cNvSpPr txBox="1"/>
          <p:nvPr/>
        </p:nvSpPr>
        <p:spPr>
          <a:xfrm>
            <a:off x="8729133" y="1231967"/>
            <a:ext cx="3721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Scope creep undetected &amp; revision cycles untracked</a:t>
            </a:r>
            <a:endParaRPr lang="en-US" sz="18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141F1D-EF02-E8F8-5D1C-4CAC2136F973}"/>
              </a:ext>
            </a:extLst>
          </p:cNvPr>
          <p:cNvSpPr txBox="1"/>
          <p:nvPr/>
        </p:nvSpPr>
        <p:spPr>
          <a:xfrm>
            <a:off x="384048" y="4914668"/>
            <a:ext cx="36496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real-time budget consumption visibility</a:t>
            </a:r>
            <a:endParaRPr lang="en-US" sz="1800" b="1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DF7D8AB-2374-540B-C825-94F0FC34176F}"/>
              </a:ext>
            </a:extLst>
          </p:cNvPr>
          <p:cNvCxnSpPr>
            <a:cxnSpLocks/>
          </p:cNvCxnSpPr>
          <p:nvPr/>
        </p:nvCxnSpPr>
        <p:spPr>
          <a:xfrm flipH="1">
            <a:off x="2844801" y="4683220"/>
            <a:ext cx="1037898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AF3FA8C-9797-5DAE-11D8-DEBA6348B054}"/>
              </a:ext>
            </a:extLst>
          </p:cNvPr>
          <p:cNvSpPr txBox="1"/>
          <p:nvPr/>
        </p:nvSpPr>
        <p:spPr>
          <a:xfrm>
            <a:off x="4982210" y="5811619"/>
            <a:ext cx="2755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structured client feedback channel</a:t>
            </a:r>
            <a:endParaRPr lang="en-US" sz="1800" b="1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2C8CEA-5820-5909-E55D-E1D084336504}"/>
              </a:ext>
            </a:extLst>
          </p:cNvPr>
          <p:cNvCxnSpPr>
            <a:cxnSpLocks/>
          </p:cNvCxnSpPr>
          <p:nvPr/>
        </p:nvCxnSpPr>
        <p:spPr>
          <a:xfrm>
            <a:off x="5994400" y="4800600"/>
            <a:ext cx="0" cy="1011019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25A44F2-A4C1-68DA-F4F0-D2C3B9BC8625}"/>
              </a:ext>
            </a:extLst>
          </p:cNvPr>
          <p:cNvSpPr txBox="1"/>
          <p:nvPr/>
        </p:nvSpPr>
        <p:spPr>
          <a:xfrm>
            <a:off x="9504256" y="4914667"/>
            <a:ext cx="30522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Inability to identify unprofitable clients</a:t>
            </a:r>
            <a:endParaRPr lang="en-US" sz="1800" b="1" dirty="0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A005549-20A6-B429-6EBD-EFFD918F697B}"/>
              </a:ext>
            </a:extLst>
          </p:cNvPr>
          <p:cNvCxnSpPr>
            <a:cxnSpLocks/>
          </p:cNvCxnSpPr>
          <p:nvPr/>
        </p:nvCxnSpPr>
        <p:spPr>
          <a:xfrm>
            <a:off x="8204201" y="4683220"/>
            <a:ext cx="1049866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EABC9AF-AB00-049D-EC3E-F9C67BED9201}"/>
              </a:ext>
            </a:extLst>
          </p:cNvPr>
          <p:cNvCxnSpPr>
            <a:cxnSpLocks/>
          </p:cNvCxnSpPr>
          <p:nvPr/>
        </p:nvCxnSpPr>
        <p:spPr>
          <a:xfrm flipV="1">
            <a:off x="7340600" y="2010427"/>
            <a:ext cx="1388533" cy="11391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Shape 0">
            <a:extLst>
              <a:ext uri="{FF2B5EF4-FFF2-40B4-BE49-F238E27FC236}">
                <a16:creationId xmlns:a16="http://schemas.microsoft.com/office/drawing/2014/main" id="{487738AE-8569-E53B-AE5B-AAF1FE6CE41C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2" name="Shape 1">
            <a:extLst>
              <a:ext uri="{FF2B5EF4-FFF2-40B4-BE49-F238E27FC236}">
                <a16:creationId xmlns:a16="http://schemas.microsoft.com/office/drawing/2014/main" id="{3CAF3A34-CEC0-1BA3-E126-34E1CCB4B853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3" name="Shape 2">
            <a:extLst>
              <a:ext uri="{FF2B5EF4-FFF2-40B4-BE49-F238E27FC236}">
                <a16:creationId xmlns:a16="http://schemas.microsoft.com/office/drawing/2014/main" id="{4A3BFDB2-5963-2210-ACAB-528A41E70106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Shape 3">
            <a:extLst>
              <a:ext uri="{FF2B5EF4-FFF2-40B4-BE49-F238E27FC236}">
                <a16:creationId xmlns:a16="http://schemas.microsoft.com/office/drawing/2014/main" id="{B971F30F-CE12-E8B6-B307-8B5100797873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01DD1F7C-4896-444F-4BFB-D89C72AD77C5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6" name="Text 5">
            <a:extLst>
              <a:ext uri="{FF2B5EF4-FFF2-40B4-BE49-F238E27FC236}">
                <a16:creationId xmlns:a16="http://schemas.microsoft.com/office/drawing/2014/main" id="{9DB05105-EBF0-1397-A436-80B4EE3EFDA0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88" name="Shape 26">
            <a:extLst>
              <a:ext uri="{FF2B5EF4-FFF2-40B4-BE49-F238E27FC236}">
                <a16:creationId xmlns:a16="http://schemas.microsoft.com/office/drawing/2014/main" id="{989629E9-029B-DE4E-D1C9-F992FDCF4AFB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89" name="Text 27">
            <a:extLst>
              <a:ext uri="{FF2B5EF4-FFF2-40B4-BE49-F238E27FC236}">
                <a16:creationId xmlns:a16="http://schemas.microsoft.com/office/drawing/2014/main" id="{BA7532B5-A92C-C3E6-37A5-BCF2A7A59E86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78E8993-EB93-D6CC-78BF-E3C86480A368}"/>
              </a:ext>
            </a:extLst>
          </p:cNvPr>
          <p:cNvSpPr txBox="1"/>
          <p:nvPr/>
        </p:nvSpPr>
        <p:spPr>
          <a:xfrm>
            <a:off x="8729133" y="1231968"/>
            <a:ext cx="3721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Scope creep undetected &amp; revision cycles untracked</a:t>
            </a:r>
            <a:endParaRPr lang="en-US" sz="18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E4EE48B-6E28-C309-675B-1E53CBA47519}"/>
              </a:ext>
            </a:extLst>
          </p:cNvPr>
          <p:cNvSpPr txBox="1"/>
          <p:nvPr/>
        </p:nvSpPr>
        <p:spPr>
          <a:xfrm>
            <a:off x="9504256" y="4914668"/>
            <a:ext cx="30522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Inability to identify unprofitable clients</a:t>
            </a:r>
            <a:endParaRPr lang="en-US" sz="1800" b="1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DB2A03D-F714-0F30-661C-8C549E00106D}"/>
              </a:ext>
            </a:extLst>
          </p:cNvPr>
          <p:cNvCxnSpPr>
            <a:cxnSpLocks/>
          </p:cNvCxnSpPr>
          <p:nvPr/>
        </p:nvCxnSpPr>
        <p:spPr>
          <a:xfrm>
            <a:off x="8204201" y="4683221"/>
            <a:ext cx="1049866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D4B1E2D8-3B6E-382C-6C21-ADFA6AF09BE7}"/>
              </a:ext>
            </a:extLst>
          </p:cNvPr>
          <p:cNvCxnSpPr>
            <a:cxnSpLocks/>
          </p:cNvCxnSpPr>
          <p:nvPr/>
        </p:nvCxnSpPr>
        <p:spPr>
          <a:xfrm flipV="1">
            <a:off x="7340600" y="2010428"/>
            <a:ext cx="1388533" cy="11391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947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2A42ED-B180-F330-2E65-8178B0AA61C2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02</a:t>
            </a:r>
            <a:endParaRPr lang="en-US" sz="150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9C51541A-A598-F9F8-FB78-53D105BA62D2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3A7A"/>
                </a:solidFill>
              </a:rPr>
              <a:t>Existing System Analysis</a:t>
            </a:r>
            <a:endParaRPr lang="en-US" sz="2800" dirty="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114E37E4-FE56-0A47-6ED3-3A4CBB95A635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B82CC2C5-C566-6160-AFF3-E5815B372BCC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9DB104AF-7A3D-553D-3369-D11575DF373E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937126B2-0F8C-31C6-E532-C18E3518DCD7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F7D4629F-3683-D392-F52B-73B4FDAEE04B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26">
            <a:extLst>
              <a:ext uri="{FF2B5EF4-FFF2-40B4-BE49-F238E27FC236}">
                <a16:creationId xmlns:a16="http://schemas.microsoft.com/office/drawing/2014/main" id="{4A6A3A61-0269-8D73-9721-BFF2D57D24A2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6" name="Text 27">
            <a:extLst>
              <a:ext uri="{FF2B5EF4-FFF2-40B4-BE49-F238E27FC236}">
                <a16:creationId xmlns:a16="http://schemas.microsoft.com/office/drawing/2014/main" id="{748743A2-644B-4405-55CF-70E808425EDB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875115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4747A415-61D9-59EB-CC0D-B9B0141AC1BE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D5677693-1660-E669-4F5E-6DFF8006606F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080BB014-10D5-E06A-9B60-3E02640EF8A9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5B92B9FA-F6E4-9398-AE8F-DED0C69DCEAB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B67647AF-AE1A-EF8D-17FA-57CD52703EE1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47EE235B-29F9-E012-7515-125F984BF87F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Existing System Analysis</a:t>
            </a:r>
            <a:endParaRPr lang="en-US" sz="19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7E5FD9A6-D87A-B783-A84E-FDFC2599FA3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11720720-1FDE-7E2D-3990-DF819B2B4293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45B310C5-215D-9421-D4B1-4884134B42A3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B3A7A"/>
                </a:solidFill>
              </a:rPr>
              <a:t>Tool Comparison </a:t>
            </a:r>
            <a:r>
              <a:rPr lang="en-US" sz="1200" dirty="0">
                <a:solidFill>
                  <a:srgbClr val="94A3B8"/>
                </a:solidFill>
              </a:rPr>
              <a:t>| Proposed Solution</a:t>
            </a:r>
            <a:endParaRPr lang="en-US" sz="12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4757AA76-0046-B93C-3C9C-0CD5A58CD821}"/>
              </a:ext>
            </a:extLst>
          </p:cNvPr>
          <p:cNvSpPr/>
          <p:nvPr/>
        </p:nvSpPr>
        <p:spPr>
          <a:xfrm>
            <a:off x="1175636" y="1602085"/>
            <a:ext cx="1925359" cy="3200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2DB27FBD-B613-9D52-175E-DB98119F330E}"/>
              </a:ext>
            </a:extLst>
          </p:cNvPr>
          <p:cNvSpPr/>
          <p:nvPr/>
        </p:nvSpPr>
        <p:spPr>
          <a:xfrm>
            <a:off x="1175636" y="1602085"/>
            <a:ext cx="192535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Tools</a:t>
            </a:r>
            <a:endParaRPr lang="en-US" sz="16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042E94BF-526B-9D07-ECF1-32C294E9DB20}"/>
              </a:ext>
            </a:extLst>
          </p:cNvPr>
          <p:cNvSpPr/>
          <p:nvPr/>
        </p:nvSpPr>
        <p:spPr>
          <a:xfrm>
            <a:off x="2912997" y="1602085"/>
            <a:ext cx="310196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A078FF8D-7F9E-4811-F9C1-864853052C41}"/>
              </a:ext>
            </a:extLst>
          </p:cNvPr>
          <p:cNvSpPr/>
          <p:nvPr/>
        </p:nvSpPr>
        <p:spPr>
          <a:xfrm>
            <a:off x="2912997" y="1602085"/>
            <a:ext cx="3101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Strengths</a:t>
            </a:r>
            <a:endParaRPr lang="en-US" sz="16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FB21089B-FDBE-C6A0-64A5-CDC9FFCAA656}"/>
              </a:ext>
            </a:extLst>
          </p:cNvPr>
          <p:cNvSpPr/>
          <p:nvPr/>
        </p:nvSpPr>
        <p:spPr>
          <a:xfrm>
            <a:off x="5656197" y="1596968"/>
            <a:ext cx="5360166" cy="325157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AD6A4739-876D-7E39-CEB8-97EC1B51BE47}"/>
              </a:ext>
            </a:extLst>
          </p:cNvPr>
          <p:cNvSpPr/>
          <p:nvPr/>
        </p:nvSpPr>
        <p:spPr>
          <a:xfrm>
            <a:off x="5656197" y="1602085"/>
            <a:ext cx="459947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Gaps for Creative Media</a:t>
            </a:r>
            <a:endParaRPr lang="en-US" sz="1600" dirty="0"/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D330209C-E5C4-2F08-6733-CFE66E8F7357}"/>
              </a:ext>
            </a:extLst>
          </p:cNvPr>
          <p:cNvSpPr/>
          <p:nvPr/>
        </p:nvSpPr>
        <p:spPr>
          <a:xfrm>
            <a:off x="1175637" y="1992032"/>
            <a:ext cx="9840726" cy="1071466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6FF23100-D4B1-CF97-FB90-422F78FB5E8C}"/>
              </a:ext>
            </a:extLst>
          </p:cNvPr>
          <p:cNvSpPr/>
          <p:nvPr/>
        </p:nvSpPr>
        <p:spPr>
          <a:xfrm>
            <a:off x="1597522" y="2612896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Harvest</a:t>
            </a:r>
            <a:endParaRPr lang="en-US" sz="1600" dirty="0"/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56B5B348-82F2-7CA7-2EFF-083833D32839}"/>
              </a:ext>
            </a:extLst>
          </p:cNvPr>
          <p:cNvSpPr/>
          <p:nvPr/>
        </p:nvSpPr>
        <p:spPr>
          <a:xfrm>
            <a:off x="2912997" y="2230267"/>
            <a:ext cx="2995004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Time tracking</a:t>
            </a:r>
          </a:p>
          <a:p>
            <a:r>
              <a:rPr lang="en-US" sz="1600" dirty="0">
                <a:solidFill>
                  <a:srgbClr val="16A34A"/>
                </a:solidFill>
              </a:rPr>
              <a:t>✓  Invoicing</a:t>
            </a:r>
            <a:endParaRPr lang="en-US" sz="1600" dirty="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CF98D4E2-9275-70CB-401B-1A205956CE4F}"/>
              </a:ext>
            </a:extLst>
          </p:cNvPr>
          <p:cNvSpPr/>
          <p:nvPr/>
        </p:nvSpPr>
        <p:spPr>
          <a:xfrm>
            <a:off x="5656197" y="2139664"/>
            <a:ext cx="6217919" cy="776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scope creep tracking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Requires external PM tool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client profitability</a:t>
            </a:r>
            <a:endParaRPr lang="en-US" sz="16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035833D3-9DE3-2222-6FEE-00A686D630B3}"/>
              </a:ext>
            </a:extLst>
          </p:cNvPr>
          <p:cNvSpPr/>
          <p:nvPr/>
        </p:nvSpPr>
        <p:spPr>
          <a:xfrm>
            <a:off x="1175637" y="3213083"/>
            <a:ext cx="9840726" cy="1112763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D5CEBF91-02CE-8567-D3F2-7F197E1B58DC}"/>
              </a:ext>
            </a:extLst>
          </p:cNvPr>
          <p:cNvSpPr/>
          <p:nvPr/>
        </p:nvSpPr>
        <p:spPr>
          <a:xfrm>
            <a:off x="1458627" y="3837328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Toggl Track</a:t>
            </a:r>
            <a:endParaRPr lang="en-US" sz="16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4FAD3E8F-9B2E-EFE8-D3BA-8167ED5D3CA4}"/>
              </a:ext>
            </a:extLst>
          </p:cNvPr>
          <p:cNvSpPr/>
          <p:nvPr/>
        </p:nvSpPr>
        <p:spPr>
          <a:xfrm>
            <a:off x="2912997" y="3474049"/>
            <a:ext cx="2995004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Excellent timer UX</a:t>
            </a:r>
            <a:endParaRPr lang="en-US" sz="16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EADCC2ED-67A5-B4C2-A50C-16A35E022DE7}"/>
              </a:ext>
            </a:extLst>
          </p:cNvPr>
          <p:cNvSpPr/>
          <p:nvPr/>
        </p:nvSpPr>
        <p:spPr>
          <a:xfrm>
            <a:off x="5656196" y="3436221"/>
            <a:ext cx="449250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project budget management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client portal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BI metrics</a:t>
            </a:r>
            <a:endParaRPr lang="en-US" sz="1600" dirty="0"/>
          </a:p>
        </p:txBody>
      </p:sp>
      <p:sp>
        <p:nvSpPr>
          <p:cNvPr id="46" name="Shape 29">
            <a:extLst>
              <a:ext uri="{FF2B5EF4-FFF2-40B4-BE49-F238E27FC236}">
                <a16:creationId xmlns:a16="http://schemas.microsoft.com/office/drawing/2014/main" id="{6A375E7F-1C24-6542-43D9-6FDC350018C5}"/>
              </a:ext>
            </a:extLst>
          </p:cNvPr>
          <p:cNvSpPr/>
          <p:nvPr/>
        </p:nvSpPr>
        <p:spPr>
          <a:xfrm>
            <a:off x="1175637" y="4430409"/>
            <a:ext cx="9840726" cy="1112763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9" name="Text 30">
            <a:extLst>
              <a:ext uri="{FF2B5EF4-FFF2-40B4-BE49-F238E27FC236}">
                <a16:creationId xmlns:a16="http://schemas.microsoft.com/office/drawing/2014/main" id="{42968B01-5EFD-80B3-315D-3354C04774A3}"/>
              </a:ext>
            </a:extLst>
          </p:cNvPr>
          <p:cNvSpPr/>
          <p:nvPr/>
        </p:nvSpPr>
        <p:spPr>
          <a:xfrm>
            <a:off x="1663799" y="5067884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Asana</a:t>
            </a:r>
            <a:endParaRPr lang="en-US" sz="1600" dirty="0"/>
          </a:p>
        </p:txBody>
      </p:sp>
      <p:sp>
        <p:nvSpPr>
          <p:cNvPr id="50" name="Text 31">
            <a:extLst>
              <a:ext uri="{FF2B5EF4-FFF2-40B4-BE49-F238E27FC236}">
                <a16:creationId xmlns:a16="http://schemas.microsoft.com/office/drawing/2014/main" id="{008A6FC7-9F4A-07C2-2732-2079774C0242}"/>
              </a:ext>
            </a:extLst>
          </p:cNvPr>
          <p:cNvSpPr/>
          <p:nvPr/>
        </p:nvSpPr>
        <p:spPr>
          <a:xfrm>
            <a:off x="2912997" y="4701300"/>
            <a:ext cx="333204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Mature task management</a:t>
            </a:r>
            <a:endParaRPr lang="en-US" sz="1600" dirty="0"/>
          </a:p>
        </p:txBody>
      </p:sp>
      <p:sp>
        <p:nvSpPr>
          <p:cNvPr id="55" name="Text 32">
            <a:extLst>
              <a:ext uri="{FF2B5EF4-FFF2-40B4-BE49-F238E27FC236}">
                <a16:creationId xmlns:a16="http://schemas.microsoft.com/office/drawing/2014/main" id="{63A5FE22-0A94-796A-A0F8-4AE3301DDFC5}"/>
              </a:ext>
            </a:extLst>
          </p:cNvPr>
          <p:cNvSpPr/>
          <p:nvPr/>
        </p:nvSpPr>
        <p:spPr>
          <a:xfrm>
            <a:off x="5656195" y="4619523"/>
            <a:ext cx="4492505" cy="776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native time tracking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 No budget tracking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 No client portal</a:t>
            </a:r>
            <a:endParaRPr lang="en-US" sz="16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73813D3-7AB9-25C5-A6EF-29726BA1A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663" y="2074518"/>
            <a:ext cx="781255" cy="667867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C7DBC2F-39ED-83F1-9ADC-A75AE2DEED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174" y="3292910"/>
            <a:ext cx="780840" cy="692494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E99645E9-7ADB-DD30-228E-369B991385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55174" y="4510236"/>
            <a:ext cx="780840" cy="790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09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C2A5E737-9BAF-9DFF-4FAA-2793A3339F43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3BEDF535-FCAF-3B2A-F2BE-9082AB60EB1C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83FF6D56-9539-9C4F-534E-28B211DB0970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3AEB93A0-5C50-39EF-D904-DAAC51408134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D8722A25-7DAB-6124-AFF1-4B0E351B5C1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AB38A518-9558-D3A0-C52B-84C1153C1B99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Existing System Analysis</a:t>
            </a:r>
            <a:endParaRPr lang="en-US" sz="1900" dirty="0"/>
          </a:p>
        </p:txBody>
      </p:sp>
      <p:sp>
        <p:nvSpPr>
          <p:cNvPr id="18" name="Shape 26">
            <a:extLst>
              <a:ext uri="{FF2B5EF4-FFF2-40B4-BE49-F238E27FC236}">
                <a16:creationId xmlns:a16="http://schemas.microsoft.com/office/drawing/2014/main" id="{19823D58-F950-2248-013C-97D4E5413B8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0" name="Text 27">
            <a:extLst>
              <a:ext uri="{FF2B5EF4-FFF2-40B4-BE49-F238E27FC236}">
                <a16:creationId xmlns:a16="http://schemas.microsoft.com/office/drawing/2014/main" id="{91C5490E-F42C-C050-E20F-A354A3E08CAE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E2B9C7D7-A73D-24CE-22F2-B915062525F0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Tool Comparison | </a:t>
            </a:r>
            <a:r>
              <a:rPr lang="en-US" sz="1200" b="1" dirty="0">
                <a:solidFill>
                  <a:srgbClr val="1B3A7A"/>
                </a:solidFill>
              </a:rPr>
              <a:t>Proposed Solution</a:t>
            </a:r>
            <a:endParaRPr lang="en-US" sz="12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5D3CE651-097E-9870-E519-BF0956616088}"/>
              </a:ext>
            </a:extLst>
          </p:cNvPr>
          <p:cNvSpPr/>
          <p:nvPr/>
        </p:nvSpPr>
        <p:spPr>
          <a:xfrm>
            <a:off x="1175636" y="1602085"/>
            <a:ext cx="192535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Tool</a:t>
            </a:r>
            <a:endParaRPr lang="en-US" sz="1600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A26CD6D-9C6C-3F6F-0D88-D59D67E63F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120" y="777241"/>
            <a:ext cx="9880177" cy="5409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00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008A3C7-FBE2-222C-6E79-59FAAF63AF76}"/>
              </a:ext>
            </a:extLst>
          </p:cNvPr>
          <p:cNvSpPr txBox="1"/>
          <p:nvPr/>
        </p:nvSpPr>
        <p:spPr>
          <a:xfrm>
            <a:off x="-4" y="580639"/>
            <a:ext cx="121920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Overview of similar applications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562EA4D-1F64-65D4-B73C-28B789DF3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5833" y="1528174"/>
            <a:ext cx="2142351" cy="21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Codility Reviews, Pricing and Features - 2024">
            <a:extLst>
              <a:ext uri="{FF2B5EF4-FFF2-40B4-BE49-F238E27FC236}">
                <a16:creationId xmlns:a16="http://schemas.microsoft.com/office/drawing/2014/main" id="{928FBEAD-B719-31A7-6628-642002A07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2211" y="1769700"/>
            <a:ext cx="1659300" cy="165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2" descr="CodinGame for Work – Medium">
            <a:extLst>
              <a:ext uri="{FF2B5EF4-FFF2-40B4-BE49-F238E27FC236}">
                <a16:creationId xmlns:a16="http://schemas.microsoft.com/office/drawing/2014/main" id="{C5FDDA66-00EC-F99C-C630-90EB7ABC68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296" y="1769700"/>
            <a:ext cx="1659300" cy="16593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CD7D138-C882-7CA6-F195-598A3E1C1983}"/>
              </a:ext>
            </a:extLst>
          </p:cNvPr>
          <p:cNvSpPr/>
          <p:nvPr/>
        </p:nvSpPr>
        <p:spPr>
          <a:xfrm>
            <a:off x="1517916" y="4035255"/>
            <a:ext cx="2278188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Raleway" pitchFamily="2" charset="0"/>
              </a:rPr>
              <a:t>HackerRank</a:t>
            </a:r>
            <a:endParaRPr lang="en-US" sz="36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Raleway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EEFCBE-0F78-8DB6-00E5-0F0D0B960370}"/>
              </a:ext>
            </a:extLst>
          </p:cNvPr>
          <p:cNvSpPr/>
          <p:nvPr/>
        </p:nvSpPr>
        <p:spPr>
          <a:xfrm>
            <a:off x="5245885" y="4035254"/>
            <a:ext cx="151195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Raleway" pitchFamily="2" charset="0"/>
              </a:rPr>
              <a:t>Codility</a:t>
            </a:r>
            <a:endParaRPr lang="en-US" sz="36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Raleway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9EDFCF-1797-089A-41F6-83A068374F17}"/>
              </a:ext>
            </a:extLst>
          </p:cNvPr>
          <p:cNvSpPr/>
          <p:nvPr/>
        </p:nvSpPr>
        <p:spPr>
          <a:xfrm>
            <a:off x="8222044" y="4035254"/>
            <a:ext cx="220445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Raleway" pitchFamily="2" charset="0"/>
              </a:rPr>
              <a:t>CodinGame</a:t>
            </a:r>
            <a:endParaRPr lang="en-US" sz="36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Raleway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63EADF-E2AF-A7D3-2B15-4D1A884572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0758" y="5166514"/>
            <a:ext cx="952500" cy="952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C729C8-FCEC-C6F8-BF8F-EEA2A6D874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5611" y="5166514"/>
            <a:ext cx="952500" cy="9525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1BE670F-13CF-E6B6-4DA8-1B01ADE4E0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2083" y="5166514"/>
            <a:ext cx="952500" cy="952500"/>
          </a:xfrm>
          <a:prstGeom prst="rect">
            <a:avLst/>
          </a:prstGeom>
        </p:spPr>
      </p:pic>
      <p:sp>
        <p:nvSpPr>
          <p:cNvPr id="3" name="Slide Number Placeholder 109">
            <a:extLst>
              <a:ext uri="{FF2B5EF4-FFF2-40B4-BE49-F238E27FC236}">
                <a16:creationId xmlns:a16="http://schemas.microsoft.com/office/drawing/2014/main" id="{E4094557-7F1F-BD31-BD31-3BA5B3ABF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9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BDD31F8A-47C9-AA61-7FDD-5BE81EBC7287}"/>
              </a:ext>
            </a:extLst>
          </p:cNvPr>
          <p:cNvSpPr txBox="1">
            <a:spLocks/>
          </p:cNvSpPr>
          <p:nvPr/>
        </p:nvSpPr>
        <p:spPr>
          <a:xfrm>
            <a:off x="332432" y="15208"/>
            <a:ext cx="354898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2000" dirty="0">
                <a:latin typeface="Raleway" pitchFamily="2" charset="0"/>
              </a:rPr>
              <a:t>General Project Framework</a:t>
            </a:r>
          </a:p>
        </p:txBody>
      </p:sp>
      <p:sp>
        <p:nvSpPr>
          <p:cNvPr id="11" name="Google Shape;2140;p37">
            <a:extLst>
              <a:ext uri="{FF2B5EF4-FFF2-40B4-BE49-F238E27FC236}">
                <a16:creationId xmlns:a16="http://schemas.microsoft.com/office/drawing/2014/main" id="{EAA38B7C-A2F6-01B9-2148-A67AED136E34}"/>
              </a:ext>
            </a:extLst>
          </p:cNvPr>
          <p:cNvSpPr txBox="1">
            <a:spLocks/>
          </p:cNvSpPr>
          <p:nvPr/>
        </p:nvSpPr>
        <p:spPr>
          <a:xfrm>
            <a:off x="122254" y="15208"/>
            <a:ext cx="420356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2000" b="1" dirty="0">
                <a:latin typeface="Raleway" pitchFamily="2" charset="0"/>
              </a:rPr>
              <a:t>2.</a:t>
            </a:r>
          </a:p>
        </p:txBody>
      </p:sp>
    </p:spTree>
    <p:extLst>
      <p:ext uri="{BB962C8B-B14F-4D97-AF65-F5344CB8AC3E}">
        <p14:creationId xmlns:p14="http://schemas.microsoft.com/office/powerpoint/2010/main" val="19081354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DF6227-B7D2-EFB3-CD47-2EDDC67EA681}"/>
              </a:ext>
            </a:extLst>
          </p:cNvPr>
          <p:cNvSpPr txBox="1"/>
          <p:nvPr/>
        </p:nvSpPr>
        <p:spPr>
          <a:xfrm>
            <a:off x="-4" y="580639"/>
            <a:ext cx="121920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Proposed Solution</a:t>
            </a:r>
          </a:p>
        </p:txBody>
      </p:sp>
      <p:pic>
        <p:nvPicPr>
          <p:cNvPr id="5" name="Picture 4" descr="A black and white text&#10;&#10;Description automatically generated">
            <a:extLst>
              <a:ext uri="{FF2B5EF4-FFF2-40B4-BE49-F238E27FC236}">
                <a16:creationId xmlns:a16="http://schemas.microsoft.com/office/drawing/2014/main" id="{78C059BE-762C-1337-7FA2-241F36655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2686" y="1175245"/>
            <a:ext cx="3763955" cy="8171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5D5C00-C844-CF11-B057-AC0DB907E0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6537" y="4354619"/>
            <a:ext cx="952500" cy="952500"/>
          </a:xfrm>
          <a:prstGeom prst="rect">
            <a:avLst/>
          </a:prstGeom>
        </p:spPr>
      </p:pic>
      <p:sp>
        <p:nvSpPr>
          <p:cNvPr id="10" name="Google Shape;2330;p44">
            <a:extLst>
              <a:ext uri="{FF2B5EF4-FFF2-40B4-BE49-F238E27FC236}">
                <a16:creationId xmlns:a16="http://schemas.microsoft.com/office/drawing/2014/main" id="{65192869-5DA2-D731-D62A-1D6A1670E366}"/>
              </a:ext>
            </a:extLst>
          </p:cNvPr>
          <p:cNvSpPr txBox="1">
            <a:spLocks/>
          </p:cNvSpPr>
          <p:nvPr/>
        </p:nvSpPr>
        <p:spPr>
          <a:xfrm>
            <a:off x="1141049" y="4607692"/>
            <a:ext cx="2054592" cy="952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Raleway" pitchFamily="2" charset="0"/>
                <a:sym typeface="Barlow Semi Condensed"/>
              </a:rPr>
              <a:t>Virtualization of the technical interview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9837A4-0455-73B8-074A-A1E9F52F2D98}"/>
              </a:ext>
            </a:extLst>
          </p:cNvPr>
          <p:cNvSpPr txBox="1"/>
          <p:nvPr/>
        </p:nvSpPr>
        <p:spPr>
          <a:xfrm>
            <a:off x="2260323" y="2157855"/>
            <a:ext cx="793805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>
                <a:latin typeface="Raleway" pitchFamily="2" charset="0"/>
              </a:rPr>
              <a:t>The evaluation of skills.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latin typeface="Raleway" pitchFamily="2" charset="0"/>
              </a:rPr>
              <a:t>The dynamic live discussions in shaping the interview journey.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latin typeface="Raleway" pitchFamily="2" charset="0"/>
              </a:rPr>
              <a:t>The decision-making in the recruitment process.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578C4D9-CB0A-C7C3-07C7-25133E3ED8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1828" y="3836781"/>
            <a:ext cx="521917" cy="52191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46DEEC7-F4CE-E6E6-0ED2-3F061A3ABF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6348" y="4675757"/>
            <a:ext cx="952500" cy="9525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5CB01AE-DC33-8452-A3E0-E526AB21FF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846" y="4403938"/>
            <a:ext cx="952500" cy="952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2EB9FC4-144B-4630-9906-785E248B5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6783" y="5423827"/>
            <a:ext cx="952500" cy="9525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F93211C-2115-6DEE-7F19-ECB36AB48BC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06537" y="5319052"/>
            <a:ext cx="952500" cy="952500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972BE8B-87C6-108A-F3C3-52F23A1B1DE8}"/>
              </a:ext>
            </a:extLst>
          </p:cNvPr>
          <p:cNvCxnSpPr/>
          <p:nvPr/>
        </p:nvCxnSpPr>
        <p:spPr>
          <a:xfrm>
            <a:off x="4476750" y="4219575"/>
            <a:ext cx="1752600" cy="7524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07FDCC5-CD97-7110-0487-0692968EE4EF}"/>
              </a:ext>
            </a:extLst>
          </p:cNvPr>
          <p:cNvCxnSpPr/>
          <p:nvPr/>
        </p:nvCxnSpPr>
        <p:spPr>
          <a:xfrm>
            <a:off x="4476750" y="5191125"/>
            <a:ext cx="1752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D88EA81-08C8-9A44-D183-4AE30DB035C7}"/>
              </a:ext>
            </a:extLst>
          </p:cNvPr>
          <p:cNvCxnSpPr/>
          <p:nvPr/>
        </p:nvCxnSpPr>
        <p:spPr>
          <a:xfrm flipV="1">
            <a:off x="4562475" y="5486400"/>
            <a:ext cx="1666875" cy="5619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00236F9-39AC-075E-00AB-95BE215F443E}"/>
              </a:ext>
            </a:extLst>
          </p:cNvPr>
          <p:cNvCxnSpPr>
            <a:stCxn id="22" idx="3"/>
            <a:endCxn id="20" idx="2"/>
          </p:cNvCxnSpPr>
          <p:nvPr/>
        </p:nvCxnSpPr>
        <p:spPr>
          <a:xfrm flipV="1">
            <a:off x="9079283" y="5356438"/>
            <a:ext cx="1017813" cy="543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Google Shape;2330;p44">
            <a:extLst>
              <a:ext uri="{FF2B5EF4-FFF2-40B4-BE49-F238E27FC236}">
                <a16:creationId xmlns:a16="http://schemas.microsoft.com/office/drawing/2014/main" id="{199B2EE2-A9CB-78AE-3E13-904FB620CDA7}"/>
              </a:ext>
            </a:extLst>
          </p:cNvPr>
          <p:cNvSpPr txBox="1">
            <a:spLocks/>
          </p:cNvSpPr>
          <p:nvPr/>
        </p:nvSpPr>
        <p:spPr>
          <a:xfrm>
            <a:off x="5945302" y="4255284"/>
            <a:ext cx="2054592" cy="36569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Raleway" pitchFamily="2" charset="0"/>
                <a:sym typeface="Barlow Semi Condensed"/>
              </a:rPr>
              <a:t>Gain of time</a:t>
            </a:r>
          </a:p>
        </p:txBody>
      </p:sp>
      <p:sp>
        <p:nvSpPr>
          <p:cNvPr id="36" name="Google Shape;2330;p44">
            <a:extLst>
              <a:ext uri="{FF2B5EF4-FFF2-40B4-BE49-F238E27FC236}">
                <a16:creationId xmlns:a16="http://schemas.microsoft.com/office/drawing/2014/main" id="{EB7609CC-B488-E386-7962-1185A8246B52}"/>
              </a:ext>
            </a:extLst>
          </p:cNvPr>
          <p:cNvSpPr txBox="1">
            <a:spLocks/>
          </p:cNvSpPr>
          <p:nvPr/>
        </p:nvSpPr>
        <p:spPr>
          <a:xfrm>
            <a:off x="8843959" y="5982557"/>
            <a:ext cx="2862000" cy="652762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Raleway" pitchFamily="2" charset="0"/>
                <a:sym typeface="Barlow Semi Condensed"/>
              </a:rPr>
              <a:t>Renders a happy candidate </a:t>
            </a: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Raleway" pitchFamily="2" charset="0"/>
                <a:sym typeface="Wingdings" panose="05000000000000000000" pitchFamily="2" charset="2"/>
              </a:rPr>
              <a:t></a:t>
            </a:r>
            <a:endParaRPr lang="en-US" sz="1800" dirty="0">
              <a:solidFill>
                <a:schemeClr val="tx1">
                  <a:lumMod val="95000"/>
                  <a:lumOff val="5000"/>
                </a:schemeClr>
              </a:solidFill>
              <a:latin typeface="Raleway" pitchFamily="2" charset="0"/>
              <a:sym typeface="Barlow Semi Condensed"/>
            </a:endParaRPr>
          </a:p>
        </p:txBody>
      </p:sp>
      <p:sp>
        <p:nvSpPr>
          <p:cNvPr id="3" name="Slide Number Placeholder 109">
            <a:extLst>
              <a:ext uri="{FF2B5EF4-FFF2-40B4-BE49-F238E27FC236}">
                <a16:creationId xmlns:a16="http://schemas.microsoft.com/office/drawing/2014/main" id="{1698E881-2A7D-1A33-B34A-3D14261CA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9283" y="6352674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10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0DBDD334-55C1-1961-2679-7C46E4337251}"/>
              </a:ext>
            </a:extLst>
          </p:cNvPr>
          <p:cNvSpPr txBox="1">
            <a:spLocks/>
          </p:cNvSpPr>
          <p:nvPr/>
        </p:nvSpPr>
        <p:spPr>
          <a:xfrm>
            <a:off x="332432" y="15208"/>
            <a:ext cx="354898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2000" dirty="0">
                <a:latin typeface="Raleway" pitchFamily="2" charset="0"/>
              </a:rPr>
              <a:t>General Project Framework</a:t>
            </a:r>
          </a:p>
        </p:txBody>
      </p:sp>
      <p:sp>
        <p:nvSpPr>
          <p:cNvPr id="6" name="Google Shape;2140;p37">
            <a:extLst>
              <a:ext uri="{FF2B5EF4-FFF2-40B4-BE49-F238E27FC236}">
                <a16:creationId xmlns:a16="http://schemas.microsoft.com/office/drawing/2014/main" id="{1671EEF9-8A27-1833-3DB6-873E87AB3915}"/>
              </a:ext>
            </a:extLst>
          </p:cNvPr>
          <p:cNvSpPr txBox="1">
            <a:spLocks/>
          </p:cNvSpPr>
          <p:nvPr/>
        </p:nvSpPr>
        <p:spPr>
          <a:xfrm>
            <a:off x="122254" y="15208"/>
            <a:ext cx="420356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2000" b="1" dirty="0">
                <a:latin typeface="Raleway" pitchFamily="2" charset="0"/>
              </a:rPr>
              <a:t>2.</a:t>
            </a:r>
          </a:p>
        </p:txBody>
      </p:sp>
    </p:spTree>
    <p:extLst>
      <p:ext uri="{BB962C8B-B14F-4D97-AF65-F5344CB8AC3E}">
        <p14:creationId xmlns:p14="http://schemas.microsoft.com/office/powerpoint/2010/main" val="4466569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35" grpId="0"/>
      <p:bldP spid="3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AEC2BA06-75C2-1397-4C3D-4B680BFD4755}"/>
              </a:ext>
            </a:extLst>
          </p:cNvPr>
          <p:cNvSpPr txBox="1">
            <a:spLocks/>
          </p:cNvSpPr>
          <p:nvPr/>
        </p:nvSpPr>
        <p:spPr>
          <a:xfrm>
            <a:off x="3305121" y="2060951"/>
            <a:ext cx="534287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General Project Framework</a:t>
            </a: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1C4C24F4-9185-332B-1BF8-AD6CEBDCCF1E}"/>
              </a:ext>
            </a:extLst>
          </p:cNvPr>
          <p:cNvSpPr txBox="1">
            <a:spLocks/>
          </p:cNvSpPr>
          <p:nvPr/>
        </p:nvSpPr>
        <p:spPr>
          <a:xfrm>
            <a:off x="3576886" y="3032211"/>
            <a:ext cx="7107486" cy="722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Raleway" pitchFamily="2" charset="0"/>
              </a:rPr>
              <a:t>Analysis and Specification of Requirements</a:t>
            </a:r>
            <a:endParaRPr lang="fr-FR" sz="2400" b="1" dirty="0">
              <a:solidFill>
                <a:schemeClr val="tx1"/>
              </a:solidFill>
              <a:latin typeface="Raleway" pitchFamily="2" charset="0"/>
            </a:endParaRPr>
          </a:p>
        </p:txBody>
      </p:sp>
      <p:sp>
        <p:nvSpPr>
          <p:cNvPr id="9" name="Google Shape;2140;p37">
            <a:extLst>
              <a:ext uri="{FF2B5EF4-FFF2-40B4-BE49-F238E27FC236}">
                <a16:creationId xmlns:a16="http://schemas.microsoft.com/office/drawing/2014/main" id="{77299AB6-0AEB-73AB-6D55-C9C7637391DC}"/>
              </a:ext>
            </a:extLst>
          </p:cNvPr>
          <p:cNvSpPr txBox="1">
            <a:spLocks/>
          </p:cNvSpPr>
          <p:nvPr/>
        </p:nvSpPr>
        <p:spPr>
          <a:xfrm>
            <a:off x="3886786" y="4861091"/>
            <a:ext cx="4404652" cy="46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>
              <a:lnSpc>
                <a:spcPct val="115000"/>
              </a:lnSpc>
            </a:pPr>
            <a:r>
              <a:rPr lang="fr-FR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Conclusion and Perspectives</a:t>
            </a:r>
          </a:p>
        </p:txBody>
      </p:sp>
      <p:grpSp>
        <p:nvGrpSpPr>
          <p:cNvPr id="18" name="Google Shape;2106;p37">
            <a:extLst>
              <a:ext uri="{FF2B5EF4-FFF2-40B4-BE49-F238E27FC236}">
                <a16:creationId xmlns:a16="http://schemas.microsoft.com/office/drawing/2014/main" id="{193C9E3D-AAD8-545F-C9AB-B625BCF55C0C}"/>
              </a:ext>
            </a:extLst>
          </p:cNvPr>
          <p:cNvGrpSpPr/>
          <p:nvPr/>
        </p:nvGrpSpPr>
        <p:grpSpPr>
          <a:xfrm>
            <a:off x="2754809" y="2006994"/>
            <a:ext cx="635100" cy="734640"/>
            <a:chOff x="731647" y="573573"/>
            <a:chExt cx="635100" cy="734640"/>
          </a:xfrm>
        </p:grpSpPr>
        <p:sp>
          <p:nvSpPr>
            <p:cNvPr id="24" name="Google Shape;2108;p37">
              <a:extLst>
                <a:ext uri="{FF2B5EF4-FFF2-40B4-BE49-F238E27FC236}">
                  <a16:creationId xmlns:a16="http://schemas.microsoft.com/office/drawing/2014/main" id="{A6C1E2AA-B982-0127-657D-B42D7938273D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" name="Google Shape;2110;p37">
              <a:extLst>
                <a:ext uri="{FF2B5EF4-FFF2-40B4-BE49-F238E27FC236}">
                  <a16:creationId xmlns:a16="http://schemas.microsoft.com/office/drawing/2014/main" id="{18BEF5CE-5F85-A820-0120-1BCBC34E81EB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21" name="Google Shape;2111;p37">
                <a:extLst>
                  <a:ext uri="{FF2B5EF4-FFF2-40B4-BE49-F238E27FC236}">
                    <a16:creationId xmlns:a16="http://schemas.microsoft.com/office/drawing/2014/main" id="{86F46C6F-C76C-3BE0-0E08-F87EA4870E90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2" name="Google Shape;2112;p37">
                <a:extLst>
                  <a:ext uri="{FF2B5EF4-FFF2-40B4-BE49-F238E27FC236}">
                    <a16:creationId xmlns:a16="http://schemas.microsoft.com/office/drawing/2014/main" id="{4DEA07B3-7270-6960-629B-CD6D762A8825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3" name="Google Shape;2113;p37">
                <a:extLst>
                  <a:ext uri="{FF2B5EF4-FFF2-40B4-BE49-F238E27FC236}">
                    <a16:creationId xmlns:a16="http://schemas.microsoft.com/office/drawing/2014/main" id="{18C125CF-EE7D-E564-B384-818D09A49998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B40344CA-EC5E-B284-90BD-9C1465227DAE}"/>
              </a:ext>
            </a:extLst>
          </p:cNvPr>
          <p:cNvSpPr txBox="1"/>
          <p:nvPr/>
        </p:nvSpPr>
        <p:spPr>
          <a:xfrm>
            <a:off x="3424561" y="224543"/>
            <a:ext cx="5342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Raleway" pitchFamily="2" charset="0"/>
              </a:rPr>
              <a:t>Table of Content</a:t>
            </a:r>
            <a:endParaRPr lang="fr-FR" sz="3600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4A6B5DE1-4EC0-905F-7751-1888244355F7}"/>
              </a:ext>
            </a:extLst>
          </p:cNvPr>
          <p:cNvSpPr txBox="1">
            <a:spLocks/>
          </p:cNvSpPr>
          <p:nvPr/>
        </p:nvSpPr>
        <p:spPr>
          <a:xfrm>
            <a:off x="3886786" y="1159945"/>
            <a:ext cx="534287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Introduction</a:t>
            </a:r>
          </a:p>
        </p:txBody>
      </p:sp>
      <p:grpSp>
        <p:nvGrpSpPr>
          <p:cNvPr id="3" name="Google Shape;2106;p37">
            <a:extLst>
              <a:ext uri="{FF2B5EF4-FFF2-40B4-BE49-F238E27FC236}">
                <a16:creationId xmlns:a16="http://schemas.microsoft.com/office/drawing/2014/main" id="{F22D43CD-1E97-9643-CD2D-B5CA96E7320D}"/>
              </a:ext>
            </a:extLst>
          </p:cNvPr>
          <p:cNvGrpSpPr/>
          <p:nvPr/>
        </p:nvGrpSpPr>
        <p:grpSpPr>
          <a:xfrm>
            <a:off x="2754809" y="1093656"/>
            <a:ext cx="635100" cy="734640"/>
            <a:chOff x="731647" y="573573"/>
            <a:chExt cx="635100" cy="734640"/>
          </a:xfrm>
        </p:grpSpPr>
        <p:sp>
          <p:nvSpPr>
            <p:cNvPr id="38" name="Google Shape;2108;p37">
              <a:extLst>
                <a:ext uri="{FF2B5EF4-FFF2-40B4-BE49-F238E27FC236}">
                  <a16:creationId xmlns:a16="http://schemas.microsoft.com/office/drawing/2014/main" id="{5F91CD75-EA4F-F293-22EE-802097528C44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" name="Google Shape;2110;p37">
              <a:extLst>
                <a:ext uri="{FF2B5EF4-FFF2-40B4-BE49-F238E27FC236}">
                  <a16:creationId xmlns:a16="http://schemas.microsoft.com/office/drawing/2014/main" id="{075A2C74-ACC2-3390-72C3-384E200FED54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35" name="Google Shape;2111;p37">
                <a:extLst>
                  <a:ext uri="{FF2B5EF4-FFF2-40B4-BE49-F238E27FC236}">
                    <a16:creationId xmlns:a16="http://schemas.microsoft.com/office/drawing/2014/main" id="{AC2AEAC0-D95F-4469-2861-E7771EB9DD6B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36" name="Google Shape;2112;p37">
                <a:extLst>
                  <a:ext uri="{FF2B5EF4-FFF2-40B4-BE49-F238E27FC236}">
                    <a16:creationId xmlns:a16="http://schemas.microsoft.com/office/drawing/2014/main" id="{C9E3ECDA-7D77-C039-9259-B6FADE125DDD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37" name="Google Shape;2113;p37">
                <a:extLst>
                  <a:ext uri="{FF2B5EF4-FFF2-40B4-BE49-F238E27FC236}">
                    <a16:creationId xmlns:a16="http://schemas.microsoft.com/office/drawing/2014/main" id="{A9417E5A-AFF6-9A7C-3EE5-78CB5B38F3EC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59" name="Google Shape;2109;p37">
            <a:extLst>
              <a:ext uri="{FF2B5EF4-FFF2-40B4-BE49-F238E27FC236}">
                <a16:creationId xmlns:a16="http://schemas.microsoft.com/office/drawing/2014/main" id="{B1FCBDF7-1333-4B8A-EDA4-262C79D7049F}"/>
              </a:ext>
            </a:extLst>
          </p:cNvPr>
          <p:cNvSpPr/>
          <p:nvPr/>
        </p:nvSpPr>
        <p:spPr>
          <a:xfrm>
            <a:off x="2839521" y="1178381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62" name="Google Shape;2109;p37">
            <a:extLst>
              <a:ext uri="{FF2B5EF4-FFF2-40B4-BE49-F238E27FC236}">
                <a16:creationId xmlns:a16="http://schemas.microsoft.com/office/drawing/2014/main" id="{589487BF-CA8E-1CD8-5505-BEE3E2BA0F14}"/>
              </a:ext>
            </a:extLst>
          </p:cNvPr>
          <p:cNvSpPr/>
          <p:nvPr/>
        </p:nvSpPr>
        <p:spPr>
          <a:xfrm>
            <a:off x="2840729" y="2105090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66" name="Google Shape;2140;p37">
            <a:extLst>
              <a:ext uri="{FF2B5EF4-FFF2-40B4-BE49-F238E27FC236}">
                <a16:creationId xmlns:a16="http://schemas.microsoft.com/office/drawing/2014/main" id="{727B5827-E9AC-19CC-A0AD-3CF893D2C026}"/>
              </a:ext>
            </a:extLst>
          </p:cNvPr>
          <p:cNvSpPr txBox="1">
            <a:spLocks/>
          </p:cNvSpPr>
          <p:nvPr/>
        </p:nvSpPr>
        <p:spPr>
          <a:xfrm>
            <a:off x="2708670" y="3862176"/>
            <a:ext cx="6535779" cy="722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>
              <a:lnSpc>
                <a:spcPct val="115000"/>
              </a:lnSpc>
            </a:pPr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Design and implementation</a:t>
            </a:r>
            <a:endParaRPr lang="fr-FR" sz="2400" b="1" dirty="0">
              <a:solidFill>
                <a:schemeClr val="bg1">
                  <a:lumMod val="50000"/>
                </a:schemeClr>
              </a:solidFill>
              <a:latin typeface="Raleway" pitchFamily="2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5F1F29-4032-8236-C094-FDC7381DD9F6}"/>
              </a:ext>
            </a:extLst>
          </p:cNvPr>
          <p:cNvSpPr txBox="1"/>
          <p:nvPr/>
        </p:nvSpPr>
        <p:spPr>
          <a:xfrm>
            <a:off x="2916669" y="1189042"/>
            <a:ext cx="3113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1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E0EA4DE-1BDF-873B-596A-ECE205F1305B}"/>
              </a:ext>
            </a:extLst>
          </p:cNvPr>
          <p:cNvSpPr txBox="1"/>
          <p:nvPr/>
        </p:nvSpPr>
        <p:spPr>
          <a:xfrm>
            <a:off x="2916669" y="2104330"/>
            <a:ext cx="32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2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grpSp>
        <p:nvGrpSpPr>
          <p:cNvPr id="76" name="Google Shape;2106;p37">
            <a:extLst>
              <a:ext uri="{FF2B5EF4-FFF2-40B4-BE49-F238E27FC236}">
                <a16:creationId xmlns:a16="http://schemas.microsoft.com/office/drawing/2014/main" id="{216F298D-B447-D2C1-07DC-3B9CE3364D78}"/>
              </a:ext>
            </a:extLst>
          </p:cNvPr>
          <p:cNvGrpSpPr/>
          <p:nvPr/>
        </p:nvGrpSpPr>
        <p:grpSpPr>
          <a:xfrm>
            <a:off x="2754809" y="3938517"/>
            <a:ext cx="635100" cy="734640"/>
            <a:chOff x="731647" y="573573"/>
            <a:chExt cx="635100" cy="734640"/>
          </a:xfrm>
        </p:grpSpPr>
        <p:sp>
          <p:nvSpPr>
            <p:cNvPr id="77" name="Google Shape;2108;p37">
              <a:extLst>
                <a:ext uri="{FF2B5EF4-FFF2-40B4-BE49-F238E27FC236}">
                  <a16:creationId xmlns:a16="http://schemas.microsoft.com/office/drawing/2014/main" id="{869C41D4-0A3E-0EB4-69B3-B7E7FAB06925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" name="Google Shape;2110;p37">
              <a:extLst>
                <a:ext uri="{FF2B5EF4-FFF2-40B4-BE49-F238E27FC236}">
                  <a16:creationId xmlns:a16="http://schemas.microsoft.com/office/drawing/2014/main" id="{8D49C147-9146-A305-B545-3834306A4B3A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79" name="Google Shape;2111;p37">
                <a:extLst>
                  <a:ext uri="{FF2B5EF4-FFF2-40B4-BE49-F238E27FC236}">
                    <a16:creationId xmlns:a16="http://schemas.microsoft.com/office/drawing/2014/main" id="{6ACC015F-C750-A54F-0A03-B0D99ED70647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0" name="Google Shape;2112;p37">
                <a:extLst>
                  <a:ext uri="{FF2B5EF4-FFF2-40B4-BE49-F238E27FC236}">
                    <a16:creationId xmlns:a16="http://schemas.microsoft.com/office/drawing/2014/main" id="{70565BA2-3D07-84F2-E94D-2600E3030FA2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1" name="Google Shape;2113;p37">
                <a:extLst>
                  <a:ext uri="{FF2B5EF4-FFF2-40B4-BE49-F238E27FC236}">
                    <a16:creationId xmlns:a16="http://schemas.microsoft.com/office/drawing/2014/main" id="{BA2691BE-729D-068F-8F6D-6E5FEE3FDE08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82" name="Google Shape;2106;p37">
            <a:extLst>
              <a:ext uri="{FF2B5EF4-FFF2-40B4-BE49-F238E27FC236}">
                <a16:creationId xmlns:a16="http://schemas.microsoft.com/office/drawing/2014/main" id="{9349BE57-2865-CEED-9710-A08866E8DCA9}"/>
              </a:ext>
            </a:extLst>
          </p:cNvPr>
          <p:cNvGrpSpPr/>
          <p:nvPr/>
        </p:nvGrpSpPr>
        <p:grpSpPr>
          <a:xfrm>
            <a:off x="2754809" y="3025179"/>
            <a:ext cx="635100" cy="734640"/>
            <a:chOff x="731647" y="573573"/>
            <a:chExt cx="635100" cy="734640"/>
          </a:xfrm>
        </p:grpSpPr>
        <p:sp>
          <p:nvSpPr>
            <p:cNvPr id="83" name="Google Shape;2108;p37">
              <a:extLst>
                <a:ext uri="{FF2B5EF4-FFF2-40B4-BE49-F238E27FC236}">
                  <a16:creationId xmlns:a16="http://schemas.microsoft.com/office/drawing/2014/main" id="{62A1034C-045D-E6F0-97D9-F5746C1DB377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4" name="Google Shape;2110;p37">
              <a:extLst>
                <a:ext uri="{FF2B5EF4-FFF2-40B4-BE49-F238E27FC236}">
                  <a16:creationId xmlns:a16="http://schemas.microsoft.com/office/drawing/2014/main" id="{A16F00CF-7951-5569-2EA9-6E10EC5FF0D3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85" name="Google Shape;2111;p37">
                <a:extLst>
                  <a:ext uri="{FF2B5EF4-FFF2-40B4-BE49-F238E27FC236}">
                    <a16:creationId xmlns:a16="http://schemas.microsoft.com/office/drawing/2014/main" id="{177AF579-84F5-2E50-CD8C-744268F9F1D4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6" name="Google Shape;2112;p37">
                <a:extLst>
                  <a:ext uri="{FF2B5EF4-FFF2-40B4-BE49-F238E27FC236}">
                    <a16:creationId xmlns:a16="http://schemas.microsoft.com/office/drawing/2014/main" id="{62B4CF96-8303-981D-CB4E-52CEDBECCECE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7" name="Google Shape;2113;p37">
                <a:extLst>
                  <a:ext uri="{FF2B5EF4-FFF2-40B4-BE49-F238E27FC236}">
                    <a16:creationId xmlns:a16="http://schemas.microsoft.com/office/drawing/2014/main" id="{91AD210A-47EF-BC4D-A98E-D808B460D622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88" name="Google Shape;2109;p37">
            <a:extLst>
              <a:ext uri="{FF2B5EF4-FFF2-40B4-BE49-F238E27FC236}">
                <a16:creationId xmlns:a16="http://schemas.microsoft.com/office/drawing/2014/main" id="{899C5475-0683-050A-8DE6-20BC48A8D207}"/>
              </a:ext>
            </a:extLst>
          </p:cNvPr>
          <p:cNvSpPr/>
          <p:nvPr/>
        </p:nvSpPr>
        <p:spPr>
          <a:xfrm>
            <a:off x="2839521" y="3109904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89" name="Google Shape;2109;p37">
            <a:extLst>
              <a:ext uri="{FF2B5EF4-FFF2-40B4-BE49-F238E27FC236}">
                <a16:creationId xmlns:a16="http://schemas.microsoft.com/office/drawing/2014/main" id="{216985B5-F269-23F0-DF90-645B1C5A64BD}"/>
              </a:ext>
            </a:extLst>
          </p:cNvPr>
          <p:cNvSpPr/>
          <p:nvPr/>
        </p:nvSpPr>
        <p:spPr>
          <a:xfrm>
            <a:off x="2839521" y="4023267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9060810-90C4-8C01-159B-5F6CE19E8BBA}"/>
              </a:ext>
            </a:extLst>
          </p:cNvPr>
          <p:cNvSpPr txBox="1"/>
          <p:nvPr/>
        </p:nvSpPr>
        <p:spPr>
          <a:xfrm>
            <a:off x="2916669" y="312056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5F31CD-3C60-1958-7C05-D3CEE492688C}"/>
              </a:ext>
            </a:extLst>
          </p:cNvPr>
          <p:cNvSpPr txBox="1"/>
          <p:nvPr/>
        </p:nvSpPr>
        <p:spPr>
          <a:xfrm>
            <a:off x="2916669" y="4035853"/>
            <a:ext cx="330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4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grpSp>
        <p:nvGrpSpPr>
          <p:cNvPr id="102" name="Google Shape;2106;p37">
            <a:extLst>
              <a:ext uri="{FF2B5EF4-FFF2-40B4-BE49-F238E27FC236}">
                <a16:creationId xmlns:a16="http://schemas.microsoft.com/office/drawing/2014/main" id="{9DF3E34C-93BA-2950-6F3E-8C7F45DBB244}"/>
              </a:ext>
            </a:extLst>
          </p:cNvPr>
          <p:cNvGrpSpPr/>
          <p:nvPr/>
        </p:nvGrpSpPr>
        <p:grpSpPr>
          <a:xfrm>
            <a:off x="2741297" y="4861091"/>
            <a:ext cx="635100" cy="734640"/>
            <a:chOff x="731647" y="573573"/>
            <a:chExt cx="635100" cy="734640"/>
          </a:xfrm>
        </p:grpSpPr>
        <p:sp>
          <p:nvSpPr>
            <p:cNvPr id="103" name="Google Shape;2108;p37">
              <a:extLst>
                <a:ext uri="{FF2B5EF4-FFF2-40B4-BE49-F238E27FC236}">
                  <a16:creationId xmlns:a16="http://schemas.microsoft.com/office/drawing/2014/main" id="{011428BF-E225-6CD7-4609-2ACCAEA4985A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4" name="Google Shape;2110;p37">
              <a:extLst>
                <a:ext uri="{FF2B5EF4-FFF2-40B4-BE49-F238E27FC236}">
                  <a16:creationId xmlns:a16="http://schemas.microsoft.com/office/drawing/2014/main" id="{F7BED607-A198-CA38-B221-5EE4C562F370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105" name="Google Shape;2111;p37">
                <a:extLst>
                  <a:ext uri="{FF2B5EF4-FFF2-40B4-BE49-F238E27FC236}">
                    <a16:creationId xmlns:a16="http://schemas.microsoft.com/office/drawing/2014/main" id="{5F8744E3-3DFE-3A07-6EE3-E392F26F93A9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06" name="Google Shape;2112;p37">
                <a:extLst>
                  <a:ext uri="{FF2B5EF4-FFF2-40B4-BE49-F238E27FC236}">
                    <a16:creationId xmlns:a16="http://schemas.microsoft.com/office/drawing/2014/main" id="{A7C254C3-872E-5541-1CFC-C670D6183F3A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07" name="Google Shape;2113;p37">
                <a:extLst>
                  <a:ext uri="{FF2B5EF4-FFF2-40B4-BE49-F238E27FC236}">
                    <a16:creationId xmlns:a16="http://schemas.microsoft.com/office/drawing/2014/main" id="{13E932BF-B108-321A-B279-630B1C8BD8B5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108" name="Google Shape;2109;p37">
            <a:extLst>
              <a:ext uri="{FF2B5EF4-FFF2-40B4-BE49-F238E27FC236}">
                <a16:creationId xmlns:a16="http://schemas.microsoft.com/office/drawing/2014/main" id="{64F94A68-0C76-2C50-26BF-110E98561C05}"/>
              </a:ext>
            </a:extLst>
          </p:cNvPr>
          <p:cNvSpPr/>
          <p:nvPr/>
        </p:nvSpPr>
        <p:spPr>
          <a:xfrm>
            <a:off x="2826009" y="4949191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F2B0C4A-D3A8-B559-2A1E-306A7E862AC7}"/>
              </a:ext>
            </a:extLst>
          </p:cNvPr>
          <p:cNvSpPr txBox="1"/>
          <p:nvPr/>
        </p:nvSpPr>
        <p:spPr>
          <a:xfrm>
            <a:off x="2903157" y="4958427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5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7" name="Slide Number Placeholder 109">
            <a:extLst>
              <a:ext uri="{FF2B5EF4-FFF2-40B4-BE49-F238E27FC236}">
                <a16:creationId xmlns:a16="http://schemas.microsoft.com/office/drawing/2014/main" id="{001029E1-E127-1C38-AB7F-B7F4F976A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11</a:t>
            </a:fld>
            <a:endParaRPr lang="fr-FR" b="1" dirty="0">
              <a:latin typeface="Ralew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2790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140;p37">
            <a:extLst>
              <a:ext uri="{FF2B5EF4-FFF2-40B4-BE49-F238E27FC236}">
                <a16:creationId xmlns:a16="http://schemas.microsoft.com/office/drawing/2014/main" id="{9AA68603-2D7E-323B-1928-83ED7D0BB867}"/>
              </a:ext>
            </a:extLst>
          </p:cNvPr>
          <p:cNvSpPr txBox="1">
            <a:spLocks/>
          </p:cNvSpPr>
          <p:nvPr/>
        </p:nvSpPr>
        <p:spPr>
          <a:xfrm>
            <a:off x="413874" y="19999"/>
            <a:ext cx="5305530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Analysis and Specification of Requirements</a:t>
            </a:r>
          </a:p>
        </p:txBody>
      </p:sp>
      <p:sp>
        <p:nvSpPr>
          <p:cNvPr id="84" name="Google Shape;3165;p54">
            <a:extLst>
              <a:ext uri="{FF2B5EF4-FFF2-40B4-BE49-F238E27FC236}">
                <a16:creationId xmlns:a16="http://schemas.microsoft.com/office/drawing/2014/main" id="{D686FB37-A88B-7FBA-3BF6-ED6640266E61}"/>
              </a:ext>
            </a:extLst>
          </p:cNvPr>
          <p:cNvSpPr/>
          <p:nvPr/>
        </p:nvSpPr>
        <p:spPr>
          <a:xfrm>
            <a:off x="5176177" y="3930402"/>
            <a:ext cx="2096845" cy="2346794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tx2">
              <a:lumMod val="25000"/>
              <a:lumOff val="75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3166;p54">
            <a:extLst>
              <a:ext uri="{FF2B5EF4-FFF2-40B4-BE49-F238E27FC236}">
                <a16:creationId xmlns:a16="http://schemas.microsoft.com/office/drawing/2014/main" id="{6236002E-0E2C-EEB3-D614-8530B6A11EC7}"/>
              </a:ext>
            </a:extLst>
          </p:cNvPr>
          <p:cNvSpPr/>
          <p:nvPr/>
        </p:nvSpPr>
        <p:spPr>
          <a:xfrm>
            <a:off x="7799720" y="3930402"/>
            <a:ext cx="2096845" cy="2346794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tx2">
              <a:lumMod val="25000"/>
              <a:lumOff val="75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3167;p54">
            <a:extLst>
              <a:ext uri="{FF2B5EF4-FFF2-40B4-BE49-F238E27FC236}">
                <a16:creationId xmlns:a16="http://schemas.microsoft.com/office/drawing/2014/main" id="{ACAE15F0-B3F0-97DF-7666-A5556B90A411}"/>
              </a:ext>
            </a:extLst>
          </p:cNvPr>
          <p:cNvSpPr/>
          <p:nvPr/>
        </p:nvSpPr>
        <p:spPr>
          <a:xfrm>
            <a:off x="2552634" y="3930568"/>
            <a:ext cx="2096845" cy="2346793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tx2">
              <a:lumMod val="25000"/>
              <a:lumOff val="75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692784B-0498-18D1-1755-15A7F516B479}"/>
              </a:ext>
            </a:extLst>
          </p:cNvPr>
          <p:cNvGrpSpPr/>
          <p:nvPr/>
        </p:nvGrpSpPr>
        <p:grpSpPr>
          <a:xfrm>
            <a:off x="7954331" y="1887237"/>
            <a:ext cx="1741729" cy="1880351"/>
            <a:chOff x="5893796" y="1803267"/>
            <a:chExt cx="1330939" cy="1430775"/>
          </a:xfrm>
        </p:grpSpPr>
        <p:sp>
          <p:nvSpPr>
            <p:cNvPr id="136" name="Google Shape;1083;p21">
              <a:extLst>
                <a:ext uri="{FF2B5EF4-FFF2-40B4-BE49-F238E27FC236}">
                  <a16:creationId xmlns:a16="http://schemas.microsoft.com/office/drawing/2014/main" id="{CC2638EA-ADE3-0AF3-DD8E-3211CFE29EF3}"/>
                </a:ext>
              </a:extLst>
            </p:cNvPr>
            <p:cNvSpPr/>
            <p:nvPr/>
          </p:nvSpPr>
          <p:spPr>
            <a:xfrm>
              <a:off x="5897598" y="2716092"/>
              <a:ext cx="1327137" cy="517950"/>
            </a:xfrm>
            <a:custGeom>
              <a:avLst/>
              <a:gdLst/>
              <a:ahLst/>
              <a:cxnLst/>
              <a:rect l="l" t="t" r="r" b="b"/>
              <a:pathLst>
                <a:path w="49916" h="19481" extrusionOk="0">
                  <a:moveTo>
                    <a:pt x="18457" y="1"/>
                  </a:moveTo>
                  <a:lnTo>
                    <a:pt x="18600" y="5097"/>
                  </a:lnTo>
                  <a:cubicBezTo>
                    <a:pt x="18600" y="6169"/>
                    <a:pt x="18362" y="7264"/>
                    <a:pt x="17862" y="8217"/>
                  </a:cubicBezTo>
                  <a:cubicBezTo>
                    <a:pt x="17195" y="9479"/>
                    <a:pt x="16266" y="10217"/>
                    <a:pt x="15361" y="10670"/>
                  </a:cubicBezTo>
                  <a:cubicBezTo>
                    <a:pt x="14575" y="11027"/>
                    <a:pt x="13742" y="11194"/>
                    <a:pt x="12884" y="11194"/>
                  </a:cubicBezTo>
                  <a:lnTo>
                    <a:pt x="8169" y="11194"/>
                  </a:lnTo>
                  <a:cubicBezTo>
                    <a:pt x="3644" y="11194"/>
                    <a:pt x="1" y="14837"/>
                    <a:pt x="1" y="19362"/>
                  </a:cubicBezTo>
                  <a:lnTo>
                    <a:pt x="49916" y="19481"/>
                  </a:lnTo>
                  <a:cubicBezTo>
                    <a:pt x="49916" y="14909"/>
                    <a:pt x="46272" y="11241"/>
                    <a:pt x="41747" y="11241"/>
                  </a:cubicBezTo>
                  <a:lnTo>
                    <a:pt x="36985" y="11241"/>
                  </a:lnTo>
                  <a:cubicBezTo>
                    <a:pt x="36222" y="11241"/>
                    <a:pt x="35437" y="11098"/>
                    <a:pt x="34698" y="10789"/>
                  </a:cubicBezTo>
                  <a:cubicBezTo>
                    <a:pt x="33651" y="10336"/>
                    <a:pt x="32650" y="9503"/>
                    <a:pt x="31936" y="8050"/>
                  </a:cubicBezTo>
                  <a:cubicBezTo>
                    <a:pt x="31507" y="7169"/>
                    <a:pt x="31317" y="6169"/>
                    <a:pt x="31317" y="5192"/>
                  </a:cubicBezTo>
                  <a:lnTo>
                    <a:pt x="31198" y="48"/>
                  </a:lnTo>
                  <a:lnTo>
                    <a:pt x="18457" y="1"/>
                  </a:lnTo>
                  <a:close/>
                </a:path>
              </a:pathLst>
            </a:custGeom>
            <a:solidFill>
              <a:srgbClr val="F2A69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084;p21">
              <a:extLst>
                <a:ext uri="{FF2B5EF4-FFF2-40B4-BE49-F238E27FC236}">
                  <a16:creationId xmlns:a16="http://schemas.microsoft.com/office/drawing/2014/main" id="{00440322-4C25-572D-1683-092BAF78A7CF}"/>
                </a:ext>
              </a:extLst>
            </p:cNvPr>
            <p:cNvSpPr/>
            <p:nvPr/>
          </p:nvSpPr>
          <p:spPr>
            <a:xfrm>
              <a:off x="6822654" y="2274741"/>
              <a:ext cx="77263" cy="175450"/>
            </a:xfrm>
            <a:custGeom>
              <a:avLst/>
              <a:gdLst/>
              <a:ahLst/>
              <a:cxnLst/>
              <a:rect l="l" t="t" r="r" b="b"/>
              <a:pathLst>
                <a:path w="2906" h="6599" extrusionOk="0">
                  <a:moveTo>
                    <a:pt x="2850" y="1"/>
                  </a:moveTo>
                  <a:cubicBezTo>
                    <a:pt x="1866" y="1"/>
                    <a:pt x="826" y="1225"/>
                    <a:pt x="405" y="2931"/>
                  </a:cubicBezTo>
                  <a:cubicBezTo>
                    <a:pt x="1" y="4598"/>
                    <a:pt x="358" y="6099"/>
                    <a:pt x="1191" y="6599"/>
                  </a:cubicBezTo>
                  <a:cubicBezTo>
                    <a:pt x="1668" y="5599"/>
                    <a:pt x="2049" y="4527"/>
                    <a:pt x="2358" y="3384"/>
                  </a:cubicBezTo>
                  <a:cubicBezTo>
                    <a:pt x="2620" y="2265"/>
                    <a:pt x="2835" y="1098"/>
                    <a:pt x="2906" y="2"/>
                  </a:cubicBezTo>
                  <a:cubicBezTo>
                    <a:pt x="2887" y="1"/>
                    <a:pt x="2869" y="1"/>
                    <a:pt x="2850" y="1"/>
                  </a:cubicBezTo>
                  <a:close/>
                </a:path>
              </a:pathLst>
            </a:custGeom>
            <a:solidFill>
              <a:srgbClr val="FFC0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085;p21">
              <a:extLst>
                <a:ext uri="{FF2B5EF4-FFF2-40B4-BE49-F238E27FC236}">
                  <a16:creationId xmlns:a16="http://schemas.microsoft.com/office/drawing/2014/main" id="{46C44629-D957-FA1F-A49B-A6A0747A0ECD}"/>
                </a:ext>
              </a:extLst>
            </p:cNvPr>
            <p:cNvSpPr/>
            <p:nvPr/>
          </p:nvSpPr>
          <p:spPr>
            <a:xfrm>
              <a:off x="6854319" y="2274156"/>
              <a:ext cx="93109" cy="181353"/>
            </a:xfrm>
            <a:custGeom>
              <a:avLst/>
              <a:gdLst/>
              <a:ahLst/>
              <a:cxnLst/>
              <a:rect l="l" t="t" r="r" b="b"/>
              <a:pathLst>
                <a:path w="3502" h="6821" extrusionOk="0">
                  <a:moveTo>
                    <a:pt x="1715" y="0"/>
                  </a:moveTo>
                  <a:cubicBezTo>
                    <a:pt x="1596" y="1120"/>
                    <a:pt x="1429" y="2263"/>
                    <a:pt x="1167" y="3382"/>
                  </a:cubicBezTo>
                  <a:cubicBezTo>
                    <a:pt x="858" y="4525"/>
                    <a:pt x="477" y="5621"/>
                    <a:pt x="0" y="6645"/>
                  </a:cubicBezTo>
                  <a:cubicBezTo>
                    <a:pt x="96" y="6692"/>
                    <a:pt x="215" y="6764"/>
                    <a:pt x="334" y="6788"/>
                  </a:cubicBezTo>
                  <a:cubicBezTo>
                    <a:pt x="421" y="6810"/>
                    <a:pt x="511" y="6821"/>
                    <a:pt x="602" y="6821"/>
                  </a:cubicBezTo>
                  <a:cubicBezTo>
                    <a:pt x="1568" y="6821"/>
                    <a:pt x="2659" y="5579"/>
                    <a:pt x="3072" y="3858"/>
                  </a:cubicBezTo>
                  <a:cubicBezTo>
                    <a:pt x="3501" y="2001"/>
                    <a:pt x="3025" y="286"/>
                    <a:pt x="1953" y="24"/>
                  </a:cubicBezTo>
                  <a:cubicBezTo>
                    <a:pt x="1882" y="0"/>
                    <a:pt x="1810" y="0"/>
                    <a:pt x="1715" y="0"/>
                  </a:cubicBezTo>
                  <a:close/>
                </a:path>
              </a:pathLst>
            </a:custGeom>
            <a:solidFill>
              <a:srgbClr val="FFC0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086;p21">
              <a:extLst>
                <a:ext uri="{FF2B5EF4-FFF2-40B4-BE49-F238E27FC236}">
                  <a16:creationId xmlns:a16="http://schemas.microsoft.com/office/drawing/2014/main" id="{3DF27929-5F92-D918-E650-8692E03E4B6C}"/>
                </a:ext>
              </a:extLst>
            </p:cNvPr>
            <p:cNvSpPr/>
            <p:nvPr/>
          </p:nvSpPr>
          <p:spPr>
            <a:xfrm>
              <a:off x="6186337" y="2270993"/>
              <a:ext cx="91195" cy="179784"/>
            </a:xfrm>
            <a:custGeom>
              <a:avLst/>
              <a:gdLst/>
              <a:ahLst/>
              <a:cxnLst/>
              <a:rect l="l" t="t" r="r" b="b"/>
              <a:pathLst>
                <a:path w="3430" h="6762" extrusionOk="0">
                  <a:moveTo>
                    <a:pt x="1643" y="0"/>
                  </a:moveTo>
                  <a:cubicBezTo>
                    <a:pt x="1596" y="0"/>
                    <a:pt x="1572" y="0"/>
                    <a:pt x="1524" y="24"/>
                  </a:cubicBezTo>
                  <a:cubicBezTo>
                    <a:pt x="476" y="286"/>
                    <a:pt x="0" y="2025"/>
                    <a:pt x="476" y="3858"/>
                  </a:cubicBezTo>
                  <a:cubicBezTo>
                    <a:pt x="906" y="5532"/>
                    <a:pt x="1954" y="6761"/>
                    <a:pt x="2924" y="6761"/>
                  </a:cubicBezTo>
                  <a:cubicBezTo>
                    <a:pt x="3030" y="6761"/>
                    <a:pt x="3135" y="6747"/>
                    <a:pt x="3239" y="6716"/>
                  </a:cubicBezTo>
                  <a:cubicBezTo>
                    <a:pt x="3310" y="6692"/>
                    <a:pt x="3358" y="6692"/>
                    <a:pt x="3429" y="6668"/>
                  </a:cubicBezTo>
                  <a:cubicBezTo>
                    <a:pt x="3310" y="6430"/>
                    <a:pt x="3215" y="6216"/>
                    <a:pt x="3120" y="5978"/>
                  </a:cubicBezTo>
                  <a:lnTo>
                    <a:pt x="3025" y="5787"/>
                  </a:lnTo>
                  <a:lnTo>
                    <a:pt x="2763" y="5097"/>
                  </a:lnTo>
                  <a:cubicBezTo>
                    <a:pt x="2667" y="4858"/>
                    <a:pt x="2596" y="4597"/>
                    <a:pt x="2524" y="4335"/>
                  </a:cubicBezTo>
                  <a:cubicBezTo>
                    <a:pt x="2501" y="4287"/>
                    <a:pt x="2501" y="4215"/>
                    <a:pt x="2477" y="4168"/>
                  </a:cubicBezTo>
                  <a:cubicBezTo>
                    <a:pt x="2382" y="3930"/>
                    <a:pt x="2310" y="3668"/>
                    <a:pt x="2262" y="3406"/>
                  </a:cubicBezTo>
                  <a:cubicBezTo>
                    <a:pt x="1953" y="2263"/>
                    <a:pt x="1762" y="1120"/>
                    <a:pt x="1643" y="0"/>
                  </a:cubicBezTo>
                  <a:close/>
                </a:path>
              </a:pathLst>
            </a:custGeom>
            <a:solidFill>
              <a:srgbClr val="FFB4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087;p21">
              <a:extLst>
                <a:ext uri="{FF2B5EF4-FFF2-40B4-BE49-F238E27FC236}">
                  <a16:creationId xmlns:a16="http://schemas.microsoft.com/office/drawing/2014/main" id="{F218A860-5485-1F05-A508-F6DE0B27133F}"/>
                </a:ext>
              </a:extLst>
            </p:cNvPr>
            <p:cNvSpPr/>
            <p:nvPr/>
          </p:nvSpPr>
          <p:spPr>
            <a:xfrm>
              <a:off x="6228744" y="2270700"/>
              <a:ext cx="82341" cy="177604"/>
            </a:xfrm>
            <a:custGeom>
              <a:avLst/>
              <a:gdLst/>
              <a:ahLst/>
              <a:cxnLst/>
              <a:rect l="l" t="t" r="r" b="b"/>
              <a:pathLst>
                <a:path w="3097" h="6680" extrusionOk="0">
                  <a:moveTo>
                    <a:pt x="163" y="0"/>
                  </a:moveTo>
                  <a:cubicBezTo>
                    <a:pt x="109" y="0"/>
                    <a:pt x="54" y="4"/>
                    <a:pt x="1" y="11"/>
                  </a:cubicBezTo>
                  <a:cubicBezTo>
                    <a:pt x="120" y="1131"/>
                    <a:pt x="334" y="2274"/>
                    <a:pt x="644" y="3417"/>
                  </a:cubicBezTo>
                  <a:cubicBezTo>
                    <a:pt x="691" y="3703"/>
                    <a:pt x="787" y="3941"/>
                    <a:pt x="834" y="4179"/>
                  </a:cubicBezTo>
                  <a:cubicBezTo>
                    <a:pt x="882" y="4226"/>
                    <a:pt x="882" y="4298"/>
                    <a:pt x="906" y="4346"/>
                  </a:cubicBezTo>
                  <a:cubicBezTo>
                    <a:pt x="1001" y="4584"/>
                    <a:pt x="1048" y="4869"/>
                    <a:pt x="1144" y="5108"/>
                  </a:cubicBezTo>
                  <a:lnTo>
                    <a:pt x="1406" y="5798"/>
                  </a:lnTo>
                  <a:lnTo>
                    <a:pt x="1501" y="5989"/>
                  </a:lnTo>
                  <a:cubicBezTo>
                    <a:pt x="1596" y="6227"/>
                    <a:pt x="1691" y="6465"/>
                    <a:pt x="1787" y="6679"/>
                  </a:cubicBezTo>
                  <a:cubicBezTo>
                    <a:pt x="2715" y="6251"/>
                    <a:pt x="3097" y="4631"/>
                    <a:pt x="2644" y="2893"/>
                  </a:cubicBezTo>
                  <a:cubicBezTo>
                    <a:pt x="2238" y="1201"/>
                    <a:pt x="1148" y="0"/>
                    <a:pt x="163" y="0"/>
                  </a:cubicBezTo>
                  <a:close/>
                </a:path>
              </a:pathLst>
            </a:custGeom>
            <a:solidFill>
              <a:srgbClr val="FFB4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088;p21">
              <a:extLst>
                <a:ext uri="{FF2B5EF4-FFF2-40B4-BE49-F238E27FC236}">
                  <a16:creationId xmlns:a16="http://schemas.microsoft.com/office/drawing/2014/main" id="{6EE8F299-C504-0C81-8403-9624D5A99427}"/>
                </a:ext>
              </a:extLst>
            </p:cNvPr>
            <p:cNvSpPr/>
            <p:nvPr/>
          </p:nvSpPr>
          <p:spPr>
            <a:xfrm>
              <a:off x="6227495" y="1909457"/>
              <a:ext cx="678138" cy="909875"/>
            </a:xfrm>
            <a:custGeom>
              <a:avLst/>
              <a:gdLst/>
              <a:ahLst/>
              <a:cxnLst/>
              <a:rect l="l" t="t" r="r" b="b"/>
              <a:pathLst>
                <a:path w="25506" h="34222" extrusionOk="0">
                  <a:moveTo>
                    <a:pt x="12266" y="0"/>
                  </a:moveTo>
                  <a:cubicBezTo>
                    <a:pt x="5475" y="0"/>
                    <a:pt x="0" y="5173"/>
                    <a:pt x="0" y="11550"/>
                  </a:cubicBezTo>
                  <a:cubicBezTo>
                    <a:pt x="0" y="12098"/>
                    <a:pt x="24" y="12646"/>
                    <a:pt x="119" y="13170"/>
                  </a:cubicBezTo>
                  <a:cubicBezTo>
                    <a:pt x="262" y="14075"/>
                    <a:pt x="3691" y="29483"/>
                    <a:pt x="3691" y="29483"/>
                  </a:cubicBezTo>
                  <a:cubicBezTo>
                    <a:pt x="3858" y="30078"/>
                    <a:pt x="4215" y="30626"/>
                    <a:pt x="4763" y="30983"/>
                  </a:cubicBezTo>
                  <a:lnTo>
                    <a:pt x="9883" y="33841"/>
                  </a:lnTo>
                  <a:cubicBezTo>
                    <a:pt x="10264" y="34103"/>
                    <a:pt x="10717" y="34222"/>
                    <a:pt x="11169" y="34222"/>
                  </a:cubicBezTo>
                  <a:lnTo>
                    <a:pt x="14193" y="34222"/>
                  </a:lnTo>
                  <a:cubicBezTo>
                    <a:pt x="14646" y="34222"/>
                    <a:pt x="15122" y="34079"/>
                    <a:pt x="15479" y="33841"/>
                  </a:cubicBezTo>
                  <a:lnTo>
                    <a:pt x="20623" y="31007"/>
                  </a:lnTo>
                  <a:cubicBezTo>
                    <a:pt x="21171" y="30649"/>
                    <a:pt x="21552" y="30126"/>
                    <a:pt x="21719" y="29530"/>
                  </a:cubicBezTo>
                  <a:cubicBezTo>
                    <a:pt x="21719" y="29530"/>
                    <a:pt x="25243" y="14122"/>
                    <a:pt x="25386" y="13241"/>
                  </a:cubicBezTo>
                  <a:cubicBezTo>
                    <a:pt x="25458" y="12670"/>
                    <a:pt x="25505" y="12146"/>
                    <a:pt x="25505" y="11574"/>
                  </a:cubicBezTo>
                  <a:cubicBezTo>
                    <a:pt x="25505" y="5168"/>
                    <a:pt x="20004" y="0"/>
                    <a:pt x="13193" y="0"/>
                  </a:cubicBezTo>
                  <a:lnTo>
                    <a:pt x="12360" y="0"/>
                  </a:lnTo>
                  <a:cubicBezTo>
                    <a:pt x="12329" y="0"/>
                    <a:pt x="12298" y="0"/>
                    <a:pt x="12266" y="0"/>
                  </a:cubicBezTo>
                  <a:close/>
                </a:path>
              </a:pathLst>
            </a:custGeom>
            <a:solidFill>
              <a:srgbClr val="FFB4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089;p21">
              <a:extLst>
                <a:ext uri="{FF2B5EF4-FFF2-40B4-BE49-F238E27FC236}">
                  <a16:creationId xmlns:a16="http://schemas.microsoft.com/office/drawing/2014/main" id="{22EB1A00-84C2-94B8-E0F8-0A821F529AA7}"/>
                </a:ext>
              </a:extLst>
            </p:cNvPr>
            <p:cNvSpPr/>
            <p:nvPr/>
          </p:nvSpPr>
          <p:spPr>
            <a:xfrm>
              <a:off x="6563693" y="2717369"/>
              <a:ext cx="661042" cy="515423"/>
            </a:xfrm>
            <a:custGeom>
              <a:avLst/>
              <a:gdLst/>
              <a:ahLst/>
              <a:cxnLst/>
              <a:rect l="l" t="t" r="r" b="b"/>
              <a:pathLst>
                <a:path w="24863" h="19386" extrusionOk="0">
                  <a:moveTo>
                    <a:pt x="24" y="0"/>
                  </a:moveTo>
                  <a:lnTo>
                    <a:pt x="0" y="19338"/>
                  </a:lnTo>
                  <a:lnTo>
                    <a:pt x="24863" y="19385"/>
                  </a:lnTo>
                  <a:cubicBezTo>
                    <a:pt x="24863" y="14861"/>
                    <a:pt x="21219" y="11193"/>
                    <a:pt x="16694" y="11193"/>
                  </a:cubicBezTo>
                  <a:lnTo>
                    <a:pt x="11932" y="11193"/>
                  </a:lnTo>
                  <a:cubicBezTo>
                    <a:pt x="11169" y="11193"/>
                    <a:pt x="10384" y="11050"/>
                    <a:pt x="9645" y="10741"/>
                  </a:cubicBezTo>
                  <a:cubicBezTo>
                    <a:pt x="8598" y="10288"/>
                    <a:pt x="7597" y="9455"/>
                    <a:pt x="6883" y="8002"/>
                  </a:cubicBezTo>
                  <a:cubicBezTo>
                    <a:pt x="6454" y="7121"/>
                    <a:pt x="6264" y="6121"/>
                    <a:pt x="6264" y="5144"/>
                  </a:cubicBezTo>
                  <a:lnTo>
                    <a:pt x="6145" y="0"/>
                  </a:lnTo>
                  <a:close/>
                </a:path>
              </a:pathLst>
            </a:custGeom>
            <a:solidFill>
              <a:srgbClr val="FFB4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090;p21">
              <a:extLst>
                <a:ext uri="{FF2B5EF4-FFF2-40B4-BE49-F238E27FC236}">
                  <a16:creationId xmlns:a16="http://schemas.microsoft.com/office/drawing/2014/main" id="{3AB25FA4-E7D4-976C-31A7-73E7DF495B19}"/>
                </a:ext>
              </a:extLst>
            </p:cNvPr>
            <p:cNvSpPr/>
            <p:nvPr/>
          </p:nvSpPr>
          <p:spPr>
            <a:xfrm>
              <a:off x="6564331" y="1909457"/>
              <a:ext cx="341303" cy="909875"/>
            </a:xfrm>
            <a:custGeom>
              <a:avLst/>
              <a:gdLst/>
              <a:ahLst/>
              <a:cxnLst/>
              <a:rect l="l" t="t" r="r" b="b"/>
              <a:pathLst>
                <a:path w="12837" h="34222" extrusionOk="0">
                  <a:moveTo>
                    <a:pt x="96" y="0"/>
                  </a:moveTo>
                  <a:lnTo>
                    <a:pt x="0" y="34222"/>
                  </a:lnTo>
                  <a:lnTo>
                    <a:pt x="1524" y="34222"/>
                  </a:lnTo>
                  <a:cubicBezTo>
                    <a:pt x="1977" y="34222"/>
                    <a:pt x="2453" y="34079"/>
                    <a:pt x="2810" y="33841"/>
                  </a:cubicBezTo>
                  <a:lnTo>
                    <a:pt x="7954" y="31007"/>
                  </a:lnTo>
                  <a:cubicBezTo>
                    <a:pt x="8502" y="30649"/>
                    <a:pt x="8883" y="30102"/>
                    <a:pt x="9050" y="29506"/>
                  </a:cubicBezTo>
                  <a:cubicBezTo>
                    <a:pt x="9050" y="29506"/>
                    <a:pt x="12574" y="14122"/>
                    <a:pt x="12717" y="13241"/>
                  </a:cubicBezTo>
                  <a:cubicBezTo>
                    <a:pt x="12789" y="12670"/>
                    <a:pt x="12836" y="12146"/>
                    <a:pt x="12836" y="11574"/>
                  </a:cubicBezTo>
                  <a:cubicBezTo>
                    <a:pt x="12836" y="5168"/>
                    <a:pt x="7335" y="0"/>
                    <a:pt x="524" y="0"/>
                  </a:cubicBezTo>
                  <a:close/>
                </a:path>
              </a:pathLst>
            </a:custGeom>
            <a:solidFill>
              <a:srgbClr val="FFC0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091;p21">
              <a:extLst>
                <a:ext uri="{FF2B5EF4-FFF2-40B4-BE49-F238E27FC236}">
                  <a16:creationId xmlns:a16="http://schemas.microsoft.com/office/drawing/2014/main" id="{1D93AC7C-07A4-B689-7481-1D2A119EFFFE}"/>
                </a:ext>
              </a:extLst>
            </p:cNvPr>
            <p:cNvSpPr/>
            <p:nvPr/>
          </p:nvSpPr>
          <p:spPr>
            <a:xfrm>
              <a:off x="6445910" y="2617320"/>
              <a:ext cx="234953" cy="25364"/>
            </a:xfrm>
            <a:custGeom>
              <a:avLst/>
              <a:gdLst/>
              <a:ahLst/>
              <a:cxnLst/>
              <a:rect l="l" t="t" r="r" b="b"/>
              <a:pathLst>
                <a:path w="8837" h="954" extrusionOk="0">
                  <a:moveTo>
                    <a:pt x="2978" y="1"/>
                  </a:moveTo>
                  <a:lnTo>
                    <a:pt x="1430" y="501"/>
                  </a:lnTo>
                  <a:lnTo>
                    <a:pt x="1" y="215"/>
                  </a:lnTo>
                  <a:lnTo>
                    <a:pt x="1" y="215"/>
                  </a:lnTo>
                  <a:lnTo>
                    <a:pt x="1454" y="930"/>
                  </a:lnTo>
                  <a:lnTo>
                    <a:pt x="7002" y="953"/>
                  </a:lnTo>
                  <a:lnTo>
                    <a:pt x="8836" y="477"/>
                  </a:lnTo>
                  <a:lnTo>
                    <a:pt x="7264" y="549"/>
                  </a:lnTo>
                  <a:lnTo>
                    <a:pt x="5836" y="1"/>
                  </a:lnTo>
                  <a:close/>
                </a:path>
              </a:pathLst>
            </a:custGeom>
            <a:solidFill>
              <a:srgbClr val="E88D7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092;p21">
              <a:extLst>
                <a:ext uri="{FF2B5EF4-FFF2-40B4-BE49-F238E27FC236}">
                  <a16:creationId xmlns:a16="http://schemas.microsoft.com/office/drawing/2014/main" id="{E6EB5695-CF29-AEAA-1440-CE6531347708}"/>
                </a:ext>
              </a:extLst>
            </p:cNvPr>
            <p:cNvSpPr/>
            <p:nvPr/>
          </p:nvSpPr>
          <p:spPr>
            <a:xfrm>
              <a:off x="6445910" y="2623036"/>
              <a:ext cx="234953" cy="62055"/>
            </a:xfrm>
            <a:custGeom>
              <a:avLst/>
              <a:gdLst/>
              <a:ahLst/>
              <a:cxnLst/>
              <a:rect l="l" t="t" r="r" b="b"/>
              <a:pathLst>
                <a:path w="8837" h="2334" extrusionOk="0">
                  <a:moveTo>
                    <a:pt x="1" y="0"/>
                  </a:moveTo>
                  <a:lnTo>
                    <a:pt x="930" y="1429"/>
                  </a:lnTo>
                  <a:lnTo>
                    <a:pt x="1335" y="1810"/>
                  </a:lnTo>
                  <a:lnTo>
                    <a:pt x="4502" y="2334"/>
                  </a:lnTo>
                  <a:lnTo>
                    <a:pt x="7312" y="1786"/>
                  </a:lnTo>
                  <a:lnTo>
                    <a:pt x="7717" y="1429"/>
                  </a:lnTo>
                  <a:lnTo>
                    <a:pt x="8836" y="262"/>
                  </a:lnTo>
                  <a:lnTo>
                    <a:pt x="7002" y="738"/>
                  </a:lnTo>
                  <a:lnTo>
                    <a:pt x="1454" y="71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7AB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093;p21">
              <a:extLst>
                <a:ext uri="{FF2B5EF4-FFF2-40B4-BE49-F238E27FC236}">
                  <a16:creationId xmlns:a16="http://schemas.microsoft.com/office/drawing/2014/main" id="{CFA1B5FF-CF33-F9BA-1C27-0D8067CE7355}"/>
                </a:ext>
              </a:extLst>
            </p:cNvPr>
            <p:cNvSpPr/>
            <p:nvPr/>
          </p:nvSpPr>
          <p:spPr>
            <a:xfrm>
              <a:off x="6684638" y="2343788"/>
              <a:ext cx="36744" cy="36133"/>
            </a:xfrm>
            <a:custGeom>
              <a:avLst/>
              <a:gdLst/>
              <a:ahLst/>
              <a:cxnLst/>
              <a:rect l="l" t="t" r="r" b="b"/>
              <a:pathLst>
                <a:path w="1382" h="1359" extrusionOk="0">
                  <a:moveTo>
                    <a:pt x="691" y="1"/>
                  </a:moveTo>
                  <a:cubicBezTo>
                    <a:pt x="310" y="1"/>
                    <a:pt x="0" y="334"/>
                    <a:pt x="0" y="668"/>
                  </a:cubicBezTo>
                  <a:cubicBezTo>
                    <a:pt x="0" y="1073"/>
                    <a:pt x="333" y="1358"/>
                    <a:pt x="691" y="1358"/>
                  </a:cubicBezTo>
                  <a:cubicBezTo>
                    <a:pt x="1072" y="1358"/>
                    <a:pt x="1381" y="1025"/>
                    <a:pt x="1381" y="668"/>
                  </a:cubicBezTo>
                  <a:cubicBezTo>
                    <a:pt x="1381" y="334"/>
                    <a:pt x="1072" y="1"/>
                    <a:pt x="691" y="1"/>
                  </a:cubicBezTo>
                  <a:close/>
                </a:path>
              </a:pathLst>
            </a:custGeom>
            <a:solidFill>
              <a:srgbClr val="2729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094;p21">
              <a:extLst>
                <a:ext uri="{FF2B5EF4-FFF2-40B4-BE49-F238E27FC236}">
                  <a16:creationId xmlns:a16="http://schemas.microsoft.com/office/drawing/2014/main" id="{420D8075-288D-105F-AAB7-1D6AFD4160F8}"/>
                </a:ext>
              </a:extLst>
            </p:cNvPr>
            <p:cNvSpPr/>
            <p:nvPr/>
          </p:nvSpPr>
          <p:spPr>
            <a:xfrm>
              <a:off x="6409832" y="2341263"/>
              <a:ext cx="36744" cy="36744"/>
            </a:xfrm>
            <a:custGeom>
              <a:avLst/>
              <a:gdLst/>
              <a:ahLst/>
              <a:cxnLst/>
              <a:rect l="l" t="t" r="r" b="b"/>
              <a:pathLst>
                <a:path w="1382" h="1382" extrusionOk="0">
                  <a:moveTo>
                    <a:pt x="691" y="1"/>
                  </a:moveTo>
                  <a:cubicBezTo>
                    <a:pt x="310" y="1"/>
                    <a:pt x="1" y="334"/>
                    <a:pt x="1" y="691"/>
                  </a:cubicBezTo>
                  <a:cubicBezTo>
                    <a:pt x="1" y="1072"/>
                    <a:pt x="334" y="1382"/>
                    <a:pt x="691" y="1382"/>
                  </a:cubicBezTo>
                  <a:cubicBezTo>
                    <a:pt x="1096" y="1382"/>
                    <a:pt x="1382" y="1049"/>
                    <a:pt x="1382" y="691"/>
                  </a:cubicBezTo>
                  <a:cubicBezTo>
                    <a:pt x="1382" y="334"/>
                    <a:pt x="1096" y="25"/>
                    <a:pt x="691" y="1"/>
                  </a:cubicBezTo>
                  <a:close/>
                </a:path>
              </a:pathLst>
            </a:custGeom>
            <a:solidFill>
              <a:srgbClr val="2729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095;p21">
              <a:extLst>
                <a:ext uri="{FF2B5EF4-FFF2-40B4-BE49-F238E27FC236}">
                  <a16:creationId xmlns:a16="http://schemas.microsoft.com/office/drawing/2014/main" id="{94DC271F-7149-4206-E115-C1D89B7182E5}"/>
                </a:ext>
              </a:extLst>
            </p:cNvPr>
            <p:cNvSpPr/>
            <p:nvPr/>
          </p:nvSpPr>
          <p:spPr>
            <a:xfrm>
              <a:off x="6352854" y="2339083"/>
              <a:ext cx="142482" cy="33235"/>
            </a:xfrm>
            <a:custGeom>
              <a:avLst/>
              <a:gdLst/>
              <a:ahLst/>
              <a:cxnLst/>
              <a:rect l="l" t="t" r="r" b="b"/>
              <a:pathLst>
                <a:path w="5359" h="1250" extrusionOk="0">
                  <a:moveTo>
                    <a:pt x="2842" y="1"/>
                  </a:moveTo>
                  <a:cubicBezTo>
                    <a:pt x="1805" y="1"/>
                    <a:pt x="1000" y="202"/>
                    <a:pt x="1000" y="202"/>
                  </a:cubicBezTo>
                  <a:lnTo>
                    <a:pt x="0" y="940"/>
                  </a:lnTo>
                  <a:lnTo>
                    <a:pt x="0" y="940"/>
                  </a:lnTo>
                  <a:lnTo>
                    <a:pt x="929" y="654"/>
                  </a:lnTo>
                  <a:lnTo>
                    <a:pt x="4454" y="654"/>
                  </a:lnTo>
                  <a:lnTo>
                    <a:pt x="5359" y="1250"/>
                  </a:lnTo>
                  <a:lnTo>
                    <a:pt x="5359" y="1250"/>
                  </a:lnTo>
                  <a:lnTo>
                    <a:pt x="4501" y="202"/>
                  </a:lnTo>
                  <a:cubicBezTo>
                    <a:pt x="3938" y="51"/>
                    <a:pt x="3361" y="1"/>
                    <a:pt x="2842" y="1"/>
                  </a:cubicBezTo>
                  <a:close/>
                </a:path>
              </a:pathLst>
            </a:custGeom>
            <a:solidFill>
              <a:srgbClr val="2729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096;p21">
              <a:extLst>
                <a:ext uri="{FF2B5EF4-FFF2-40B4-BE49-F238E27FC236}">
                  <a16:creationId xmlns:a16="http://schemas.microsoft.com/office/drawing/2014/main" id="{A9E71F2D-EC3F-5B0E-49A2-0AC4201FE006}"/>
                </a:ext>
              </a:extLst>
            </p:cNvPr>
            <p:cNvSpPr/>
            <p:nvPr/>
          </p:nvSpPr>
          <p:spPr>
            <a:xfrm>
              <a:off x="6632713" y="2339083"/>
              <a:ext cx="142482" cy="33235"/>
            </a:xfrm>
            <a:custGeom>
              <a:avLst/>
              <a:gdLst/>
              <a:ahLst/>
              <a:cxnLst/>
              <a:rect l="l" t="t" r="r" b="b"/>
              <a:pathLst>
                <a:path w="5359" h="1250" extrusionOk="0">
                  <a:moveTo>
                    <a:pt x="2523" y="1"/>
                  </a:moveTo>
                  <a:cubicBezTo>
                    <a:pt x="2001" y="1"/>
                    <a:pt x="1421" y="51"/>
                    <a:pt x="858" y="202"/>
                  </a:cubicBezTo>
                  <a:lnTo>
                    <a:pt x="0" y="1250"/>
                  </a:lnTo>
                  <a:lnTo>
                    <a:pt x="929" y="654"/>
                  </a:lnTo>
                  <a:lnTo>
                    <a:pt x="4430" y="654"/>
                  </a:lnTo>
                  <a:lnTo>
                    <a:pt x="5359" y="940"/>
                  </a:lnTo>
                  <a:lnTo>
                    <a:pt x="5359" y="940"/>
                  </a:lnTo>
                  <a:lnTo>
                    <a:pt x="4382" y="202"/>
                  </a:lnTo>
                  <a:cubicBezTo>
                    <a:pt x="4382" y="202"/>
                    <a:pt x="3567" y="1"/>
                    <a:pt x="2523" y="1"/>
                  </a:cubicBezTo>
                  <a:close/>
                </a:path>
              </a:pathLst>
            </a:custGeom>
            <a:solidFill>
              <a:srgbClr val="2729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0" name="Google Shape;1097;p21">
              <a:extLst>
                <a:ext uri="{FF2B5EF4-FFF2-40B4-BE49-F238E27FC236}">
                  <a16:creationId xmlns:a16="http://schemas.microsoft.com/office/drawing/2014/main" id="{04CC77D0-4B59-7234-E656-DA7B834FC777}"/>
                </a:ext>
              </a:extLst>
            </p:cNvPr>
            <p:cNvGrpSpPr/>
            <p:nvPr/>
          </p:nvGrpSpPr>
          <p:grpSpPr>
            <a:xfrm>
              <a:off x="6089453" y="1803267"/>
              <a:ext cx="941540" cy="1072111"/>
              <a:chOff x="4008124" y="3448391"/>
              <a:chExt cx="1130029" cy="1286739"/>
            </a:xfrm>
          </p:grpSpPr>
          <p:sp>
            <p:nvSpPr>
              <p:cNvPr id="159" name="Google Shape;1098;p21">
                <a:extLst>
                  <a:ext uri="{FF2B5EF4-FFF2-40B4-BE49-F238E27FC236}">
                    <a16:creationId xmlns:a16="http://schemas.microsoft.com/office/drawing/2014/main" id="{4836E080-2432-E6EA-36CB-C71B5FF7CB39}"/>
                  </a:ext>
                </a:extLst>
              </p:cNvPr>
              <p:cNvSpPr/>
              <p:nvPr/>
            </p:nvSpPr>
            <p:spPr>
              <a:xfrm>
                <a:off x="4256607" y="4356262"/>
                <a:ext cx="646720" cy="378867"/>
              </a:xfrm>
              <a:custGeom>
                <a:avLst/>
                <a:gdLst/>
                <a:ahLst/>
                <a:cxnLst/>
                <a:rect l="l" t="t" r="r" b="b"/>
                <a:pathLst>
                  <a:path w="20267" h="11873" extrusionOk="0">
                    <a:moveTo>
                      <a:pt x="1" y="1"/>
                    </a:moveTo>
                    <a:lnTo>
                      <a:pt x="953" y="6693"/>
                    </a:lnTo>
                    <a:cubicBezTo>
                      <a:pt x="1072" y="7288"/>
                      <a:pt x="1430" y="7812"/>
                      <a:pt x="1954" y="8098"/>
                    </a:cubicBezTo>
                    <a:lnTo>
                      <a:pt x="7979" y="11408"/>
                    </a:lnTo>
                    <a:cubicBezTo>
                      <a:pt x="8538" y="11717"/>
                      <a:pt x="9169" y="11872"/>
                      <a:pt x="9800" y="11872"/>
                    </a:cubicBezTo>
                    <a:cubicBezTo>
                      <a:pt x="10432" y="11872"/>
                      <a:pt x="11063" y="11717"/>
                      <a:pt x="11622" y="11408"/>
                    </a:cubicBezTo>
                    <a:lnTo>
                      <a:pt x="18171" y="8074"/>
                    </a:lnTo>
                    <a:cubicBezTo>
                      <a:pt x="18719" y="7764"/>
                      <a:pt x="18933" y="7050"/>
                      <a:pt x="19005" y="6431"/>
                    </a:cubicBezTo>
                    <a:lnTo>
                      <a:pt x="20267" y="72"/>
                    </a:lnTo>
                    <a:lnTo>
                      <a:pt x="20267" y="72"/>
                    </a:lnTo>
                    <a:cubicBezTo>
                      <a:pt x="20266" y="77"/>
                      <a:pt x="18883" y="6860"/>
                      <a:pt x="11575" y="7836"/>
                    </a:cubicBezTo>
                    <a:lnTo>
                      <a:pt x="10908" y="5430"/>
                    </a:lnTo>
                    <a:cubicBezTo>
                      <a:pt x="10836" y="5121"/>
                      <a:pt x="10598" y="4954"/>
                      <a:pt x="10289" y="4954"/>
                    </a:cubicBezTo>
                    <a:lnTo>
                      <a:pt x="9479" y="4954"/>
                    </a:lnTo>
                    <a:cubicBezTo>
                      <a:pt x="9193" y="4954"/>
                      <a:pt x="8931" y="5145"/>
                      <a:pt x="8836" y="5454"/>
                    </a:cubicBezTo>
                    <a:lnTo>
                      <a:pt x="8360" y="7574"/>
                    </a:lnTo>
                    <a:cubicBezTo>
                      <a:pt x="8360" y="7668"/>
                      <a:pt x="8285" y="7762"/>
                      <a:pt x="8183" y="7762"/>
                    </a:cubicBezTo>
                    <a:cubicBezTo>
                      <a:pt x="8157" y="7762"/>
                      <a:pt x="8128" y="7755"/>
                      <a:pt x="8098" y="7740"/>
                    </a:cubicBezTo>
                    <a:cubicBezTo>
                      <a:pt x="6931" y="7383"/>
                      <a:pt x="1072" y="5597"/>
                      <a:pt x="1" y="1"/>
                    </a:cubicBezTo>
                    <a:close/>
                  </a:path>
                </a:pathLst>
              </a:custGeom>
              <a:solidFill>
                <a:srgbClr val="83402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Google Shape;1099;p21">
                <a:extLst>
                  <a:ext uri="{FF2B5EF4-FFF2-40B4-BE49-F238E27FC236}">
                    <a16:creationId xmlns:a16="http://schemas.microsoft.com/office/drawing/2014/main" id="{679DCC81-8F4C-3BFB-00B2-B2CC2A9F086D}"/>
                  </a:ext>
                </a:extLst>
              </p:cNvPr>
              <p:cNvSpPr/>
              <p:nvPr/>
            </p:nvSpPr>
            <p:spPr>
              <a:xfrm>
                <a:off x="4581100" y="4353103"/>
                <a:ext cx="181664" cy="139223"/>
              </a:xfrm>
              <a:custGeom>
                <a:avLst/>
                <a:gdLst/>
                <a:ahLst/>
                <a:cxnLst/>
                <a:rect l="l" t="t" r="r" b="b"/>
                <a:pathLst>
                  <a:path w="5693" h="4363" extrusionOk="0">
                    <a:moveTo>
                      <a:pt x="1011" y="1"/>
                    </a:moveTo>
                    <a:cubicBezTo>
                      <a:pt x="933" y="1"/>
                      <a:pt x="858" y="2"/>
                      <a:pt x="786" y="4"/>
                    </a:cubicBezTo>
                    <a:cubicBezTo>
                      <a:pt x="358" y="52"/>
                      <a:pt x="1" y="385"/>
                      <a:pt x="1" y="838"/>
                    </a:cubicBezTo>
                    <a:cubicBezTo>
                      <a:pt x="1" y="1269"/>
                      <a:pt x="352" y="1661"/>
                      <a:pt x="789" y="1661"/>
                    </a:cubicBezTo>
                    <a:cubicBezTo>
                      <a:pt x="835" y="1661"/>
                      <a:pt x="882" y="1657"/>
                      <a:pt x="929" y="1648"/>
                    </a:cubicBezTo>
                    <a:cubicBezTo>
                      <a:pt x="1125" y="1623"/>
                      <a:pt x="1315" y="1611"/>
                      <a:pt x="1498" y="1611"/>
                    </a:cubicBezTo>
                    <a:cubicBezTo>
                      <a:pt x="4327" y="1611"/>
                      <a:pt x="5692" y="4362"/>
                      <a:pt x="5692" y="4362"/>
                    </a:cubicBezTo>
                    <a:cubicBezTo>
                      <a:pt x="5239" y="513"/>
                      <a:pt x="2525" y="1"/>
                      <a:pt x="1011" y="1"/>
                    </a:cubicBezTo>
                    <a:close/>
                  </a:path>
                </a:pathLst>
              </a:custGeom>
              <a:solidFill>
                <a:srgbClr val="83402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100;p21">
                <a:extLst>
                  <a:ext uri="{FF2B5EF4-FFF2-40B4-BE49-F238E27FC236}">
                    <a16:creationId xmlns:a16="http://schemas.microsoft.com/office/drawing/2014/main" id="{5D551A35-C9E9-9102-BA4D-CB0904328A7F}"/>
                  </a:ext>
                </a:extLst>
              </p:cNvPr>
              <p:cNvSpPr/>
              <p:nvPr/>
            </p:nvSpPr>
            <p:spPr>
              <a:xfrm>
                <a:off x="4386577" y="4352816"/>
                <a:ext cx="181632" cy="137979"/>
              </a:xfrm>
              <a:custGeom>
                <a:avLst/>
                <a:gdLst/>
                <a:ahLst/>
                <a:cxnLst/>
                <a:rect l="l" t="t" r="r" b="b"/>
                <a:pathLst>
                  <a:path w="5692" h="4324" extrusionOk="0">
                    <a:moveTo>
                      <a:pt x="4522" y="1"/>
                    </a:moveTo>
                    <a:cubicBezTo>
                      <a:pt x="2977" y="1"/>
                      <a:pt x="394" y="605"/>
                      <a:pt x="0" y="4324"/>
                    </a:cubicBezTo>
                    <a:cubicBezTo>
                      <a:pt x="0" y="4324"/>
                      <a:pt x="1366" y="1612"/>
                      <a:pt x="4157" y="1612"/>
                    </a:cubicBezTo>
                    <a:cubicBezTo>
                      <a:pt x="4360" y="1612"/>
                      <a:pt x="4569" y="1626"/>
                      <a:pt x="4787" y="1657"/>
                    </a:cubicBezTo>
                    <a:cubicBezTo>
                      <a:pt x="4830" y="1666"/>
                      <a:pt x="4872" y="1670"/>
                      <a:pt x="4914" y="1670"/>
                    </a:cubicBezTo>
                    <a:cubicBezTo>
                      <a:pt x="5313" y="1670"/>
                      <a:pt x="5649" y="1278"/>
                      <a:pt x="5692" y="847"/>
                    </a:cubicBezTo>
                    <a:cubicBezTo>
                      <a:pt x="5692" y="394"/>
                      <a:pt x="5358" y="61"/>
                      <a:pt x="4906" y="13"/>
                    </a:cubicBezTo>
                    <a:cubicBezTo>
                      <a:pt x="4787" y="6"/>
                      <a:pt x="4659" y="1"/>
                      <a:pt x="4522" y="1"/>
                    </a:cubicBezTo>
                    <a:close/>
                  </a:path>
                </a:pathLst>
              </a:custGeom>
              <a:solidFill>
                <a:srgbClr val="83402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101;p21">
                <a:extLst>
                  <a:ext uri="{FF2B5EF4-FFF2-40B4-BE49-F238E27FC236}">
                    <a16:creationId xmlns:a16="http://schemas.microsoft.com/office/drawing/2014/main" id="{A222816B-3365-6F53-412E-67D40D83EA3C}"/>
                  </a:ext>
                </a:extLst>
              </p:cNvPr>
              <p:cNvSpPr/>
              <p:nvPr/>
            </p:nvSpPr>
            <p:spPr>
              <a:xfrm>
                <a:off x="4008124" y="3448391"/>
                <a:ext cx="1130029" cy="895746"/>
              </a:xfrm>
              <a:custGeom>
                <a:avLst/>
                <a:gdLst/>
                <a:ahLst/>
                <a:cxnLst/>
                <a:rect l="l" t="t" r="r" b="b"/>
                <a:pathLst>
                  <a:path w="35413" h="28071" extrusionOk="0">
                    <a:moveTo>
                      <a:pt x="13206" y="0"/>
                    </a:moveTo>
                    <a:cubicBezTo>
                      <a:pt x="13052" y="0"/>
                      <a:pt x="12897" y="6"/>
                      <a:pt x="12741" y="17"/>
                    </a:cubicBezTo>
                    <a:cubicBezTo>
                      <a:pt x="9121" y="327"/>
                      <a:pt x="7026" y="2589"/>
                      <a:pt x="5906" y="4423"/>
                    </a:cubicBezTo>
                    <a:cubicBezTo>
                      <a:pt x="5216" y="5566"/>
                      <a:pt x="4978" y="6900"/>
                      <a:pt x="5287" y="8186"/>
                    </a:cubicBezTo>
                    <a:cubicBezTo>
                      <a:pt x="5787" y="10281"/>
                      <a:pt x="4454" y="11162"/>
                      <a:pt x="3454" y="11520"/>
                    </a:cubicBezTo>
                    <a:cubicBezTo>
                      <a:pt x="2501" y="11877"/>
                      <a:pt x="1667" y="12472"/>
                      <a:pt x="1144" y="13306"/>
                    </a:cubicBezTo>
                    <a:cubicBezTo>
                      <a:pt x="0" y="15092"/>
                      <a:pt x="120" y="16926"/>
                      <a:pt x="548" y="18354"/>
                    </a:cubicBezTo>
                    <a:cubicBezTo>
                      <a:pt x="905" y="19545"/>
                      <a:pt x="1644" y="20617"/>
                      <a:pt x="2572" y="21450"/>
                    </a:cubicBezTo>
                    <a:cubicBezTo>
                      <a:pt x="5668" y="24260"/>
                      <a:pt x="2953" y="28071"/>
                      <a:pt x="2953" y="28071"/>
                    </a:cubicBezTo>
                    <a:cubicBezTo>
                      <a:pt x="8455" y="26261"/>
                      <a:pt x="8026" y="19497"/>
                      <a:pt x="7788" y="17735"/>
                    </a:cubicBezTo>
                    <a:cubicBezTo>
                      <a:pt x="7740" y="17497"/>
                      <a:pt x="7907" y="17259"/>
                      <a:pt x="8145" y="17235"/>
                    </a:cubicBezTo>
                    <a:cubicBezTo>
                      <a:pt x="11884" y="16521"/>
                      <a:pt x="12098" y="14020"/>
                      <a:pt x="11979" y="12829"/>
                    </a:cubicBezTo>
                    <a:cubicBezTo>
                      <a:pt x="11884" y="12163"/>
                      <a:pt x="12122" y="11472"/>
                      <a:pt x="12598" y="11020"/>
                    </a:cubicBezTo>
                    <a:cubicBezTo>
                      <a:pt x="12973" y="10657"/>
                      <a:pt x="13391" y="10510"/>
                      <a:pt x="13824" y="10510"/>
                    </a:cubicBezTo>
                    <a:cubicBezTo>
                      <a:pt x="15210" y="10510"/>
                      <a:pt x="16743" y="12014"/>
                      <a:pt x="17433" y="12758"/>
                    </a:cubicBezTo>
                    <a:cubicBezTo>
                      <a:pt x="17516" y="12865"/>
                      <a:pt x="17641" y="12919"/>
                      <a:pt x="17772" y="12919"/>
                    </a:cubicBezTo>
                    <a:cubicBezTo>
                      <a:pt x="17903" y="12919"/>
                      <a:pt x="18040" y="12865"/>
                      <a:pt x="18147" y="12758"/>
                    </a:cubicBezTo>
                    <a:cubicBezTo>
                      <a:pt x="19894" y="10961"/>
                      <a:pt x="21360" y="10252"/>
                      <a:pt x="22585" y="10252"/>
                    </a:cubicBezTo>
                    <a:cubicBezTo>
                      <a:pt x="27158" y="10252"/>
                      <a:pt x="28387" y="20117"/>
                      <a:pt x="28387" y="20117"/>
                    </a:cubicBezTo>
                    <a:cubicBezTo>
                      <a:pt x="28237" y="25397"/>
                      <a:pt x="29879" y="26759"/>
                      <a:pt x="31613" y="26759"/>
                    </a:cubicBezTo>
                    <a:cubicBezTo>
                      <a:pt x="33461" y="26759"/>
                      <a:pt x="35412" y="25213"/>
                      <a:pt x="35413" y="25213"/>
                    </a:cubicBezTo>
                    <a:lnTo>
                      <a:pt x="35413" y="25213"/>
                    </a:lnTo>
                    <a:cubicBezTo>
                      <a:pt x="34649" y="25539"/>
                      <a:pt x="34024" y="25686"/>
                      <a:pt x="33516" y="25686"/>
                    </a:cubicBezTo>
                    <a:cubicBezTo>
                      <a:pt x="29984" y="25686"/>
                      <a:pt x="32112" y="18593"/>
                      <a:pt x="32674" y="15449"/>
                    </a:cubicBezTo>
                    <a:cubicBezTo>
                      <a:pt x="32864" y="14258"/>
                      <a:pt x="32841" y="13068"/>
                      <a:pt x="32626" y="11877"/>
                    </a:cubicBezTo>
                    <a:cubicBezTo>
                      <a:pt x="31864" y="7757"/>
                      <a:pt x="30078" y="5209"/>
                      <a:pt x="28197" y="3566"/>
                    </a:cubicBezTo>
                    <a:cubicBezTo>
                      <a:pt x="26867" y="2426"/>
                      <a:pt x="25223" y="1860"/>
                      <a:pt x="23572" y="1860"/>
                    </a:cubicBezTo>
                    <a:cubicBezTo>
                      <a:pt x="21913" y="1860"/>
                      <a:pt x="20246" y="2432"/>
                      <a:pt x="18885" y="3566"/>
                    </a:cubicBezTo>
                    <a:cubicBezTo>
                      <a:pt x="17811" y="1373"/>
                      <a:pt x="15602" y="0"/>
                      <a:pt x="13206" y="0"/>
                    </a:cubicBezTo>
                    <a:close/>
                  </a:path>
                </a:pathLst>
              </a:custGeom>
              <a:solidFill>
                <a:srgbClr val="83402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" name="Google Shape;1102;p21">
              <a:extLst>
                <a:ext uri="{FF2B5EF4-FFF2-40B4-BE49-F238E27FC236}">
                  <a16:creationId xmlns:a16="http://schemas.microsoft.com/office/drawing/2014/main" id="{64BA43CE-DDB5-D5CB-442B-112E57BE0870}"/>
                </a:ext>
              </a:extLst>
            </p:cNvPr>
            <p:cNvGrpSpPr/>
            <p:nvPr/>
          </p:nvGrpSpPr>
          <p:grpSpPr>
            <a:xfrm>
              <a:off x="5893796" y="2875671"/>
              <a:ext cx="1327775" cy="353958"/>
              <a:chOff x="3773298" y="4735481"/>
              <a:chExt cx="1593585" cy="424818"/>
            </a:xfrm>
          </p:grpSpPr>
          <p:sp>
            <p:nvSpPr>
              <p:cNvPr id="153" name="Google Shape;1103;p21">
                <a:extLst>
                  <a:ext uri="{FF2B5EF4-FFF2-40B4-BE49-F238E27FC236}">
                    <a16:creationId xmlns:a16="http://schemas.microsoft.com/office/drawing/2014/main" id="{18E83C83-E598-1AAD-03BD-2E2C28C15B38}"/>
                  </a:ext>
                </a:extLst>
              </p:cNvPr>
              <p:cNvSpPr/>
              <p:nvPr/>
            </p:nvSpPr>
            <p:spPr>
              <a:xfrm>
                <a:off x="3773298" y="4803098"/>
                <a:ext cx="1593585" cy="357201"/>
              </a:xfrm>
              <a:custGeom>
                <a:avLst/>
                <a:gdLst/>
                <a:ahLst/>
                <a:cxnLst/>
                <a:rect l="l" t="t" r="r" b="b"/>
                <a:pathLst>
                  <a:path w="49940" h="11194" extrusionOk="0">
                    <a:moveTo>
                      <a:pt x="17981" y="1"/>
                    </a:moveTo>
                    <a:cubicBezTo>
                      <a:pt x="17433" y="167"/>
                      <a:pt x="8169" y="2858"/>
                      <a:pt x="7074" y="3001"/>
                    </a:cubicBezTo>
                    <a:cubicBezTo>
                      <a:pt x="3073" y="3525"/>
                      <a:pt x="1" y="6954"/>
                      <a:pt x="1" y="11074"/>
                    </a:cubicBezTo>
                    <a:lnTo>
                      <a:pt x="49940" y="11193"/>
                    </a:lnTo>
                    <a:cubicBezTo>
                      <a:pt x="49940" y="7145"/>
                      <a:pt x="46987" y="3739"/>
                      <a:pt x="43129" y="3120"/>
                    </a:cubicBezTo>
                    <a:cubicBezTo>
                      <a:pt x="41938" y="2882"/>
                      <a:pt x="33412" y="286"/>
                      <a:pt x="32841" y="120"/>
                    </a:cubicBezTo>
                    <a:lnTo>
                      <a:pt x="25006" y="2692"/>
                    </a:lnTo>
                    <a:lnTo>
                      <a:pt x="17981" y="1"/>
                    </a:lnTo>
                    <a:close/>
                  </a:path>
                </a:pathLst>
              </a:cu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54" name="Google Shape;1104;p21">
                <a:extLst>
                  <a:ext uri="{FF2B5EF4-FFF2-40B4-BE49-F238E27FC236}">
                    <a16:creationId xmlns:a16="http://schemas.microsoft.com/office/drawing/2014/main" id="{70366F65-814F-1765-8782-D1FA2C3420D8}"/>
                  </a:ext>
                </a:extLst>
              </p:cNvPr>
              <p:cNvSpPr/>
              <p:nvPr/>
            </p:nvSpPr>
            <p:spPr>
              <a:xfrm>
                <a:off x="4239152" y="4735481"/>
                <a:ext cx="332087" cy="267502"/>
              </a:xfrm>
              <a:custGeom>
                <a:avLst/>
                <a:gdLst/>
                <a:ahLst/>
                <a:cxnLst/>
                <a:rect l="l" t="t" r="r" b="b"/>
                <a:pathLst>
                  <a:path w="10407" h="8383" extrusionOk="0">
                    <a:moveTo>
                      <a:pt x="2215" y="0"/>
                    </a:moveTo>
                    <a:lnTo>
                      <a:pt x="0" y="3096"/>
                    </a:lnTo>
                    <a:lnTo>
                      <a:pt x="4072" y="8383"/>
                    </a:lnTo>
                    <a:lnTo>
                      <a:pt x="10407" y="4787"/>
                    </a:lnTo>
                    <a:lnTo>
                      <a:pt x="381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105;p21">
                <a:extLst>
                  <a:ext uri="{FF2B5EF4-FFF2-40B4-BE49-F238E27FC236}">
                    <a16:creationId xmlns:a16="http://schemas.microsoft.com/office/drawing/2014/main" id="{DB91159D-F467-E0DE-5F6D-4E1F5EAA18CB}"/>
                  </a:ext>
                </a:extLst>
              </p:cNvPr>
              <p:cNvSpPr/>
              <p:nvPr/>
            </p:nvSpPr>
            <p:spPr>
              <a:xfrm>
                <a:off x="4565911" y="4736215"/>
                <a:ext cx="329056" cy="268299"/>
              </a:xfrm>
              <a:custGeom>
                <a:avLst/>
                <a:gdLst/>
                <a:ahLst/>
                <a:cxnLst/>
                <a:rect l="l" t="t" r="r" b="b"/>
                <a:pathLst>
                  <a:path w="10312" h="8408" extrusionOk="0">
                    <a:moveTo>
                      <a:pt x="6621" y="1"/>
                    </a:moveTo>
                    <a:lnTo>
                      <a:pt x="0" y="4764"/>
                    </a:lnTo>
                    <a:lnTo>
                      <a:pt x="6502" y="8407"/>
                    </a:lnTo>
                    <a:lnTo>
                      <a:pt x="10312" y="2930"/>
                    </a:lnTo>
                    <a:lnTo>
                      <a:pt x="8240" y="1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56" name="Google Shape;1106;p21">
                <a:extLst>
                  <a:ext uri="{FF2B5EF4-FFF2-40B4-BE49-F238E27FC236}">
                    <a16:creationId xmlns:a16="http://schemas.microsoft.com/office/drawing/2014/main" id="{B5893E48-C85E-F425-0BC0-2C3BB2A76039}"/>
                  </a:ext>
                </a:extLst>
              </p:cNvPr>
              <p:cNvSpPr/>
              <p:nvPr/>
            </p:nvSpPr>
            <p:spPr>
              <a:xfrm>
                <a:off x="4548424" y="4924675"/>
                <a:ext cx="40302" cy="39568"/>
              </a:xfrm>
              <a:custGeom>
                <a:avLst/>
                <a:gdLst/>
                <a:ahLst/>
                <a:cxnLst/>
                <a:rect l="l" t="t" r="r" b="b"/>
                <a:pathLst>
                  <a:path w="1263" h="1240" extrusionOk="0">
                    <a:moveTo>
                      <a:pt x="644" y="1"/>
                    </a:moveTo>
                    <a:cubicBezTo>
                      <a:pt x="286" y="1"/>
                      <a:pt x="1" y="287"/>
                      <a:pt x="1" y="620"/>
                    </a:cubicBezTo>
                    <a:cubicBezTo>
                      <a:pt x="1" y="977"/>
                      <a:pt x="310" y="1239"/>
                      <a:pt x="644" y="1239"/>
                    </a:cubicBezTo>
                    <a:cubicBezTo>
                      <a:pt x="1001" y="1239"/>
                      <a:pt x="1263" y="953"/>
                      <a:pt x="1263" y="620"/>
                    </a:cubicBezTo>
                    <a:cubicBezTo>
                      <a:pt x="1263" y="287"/>
                      <a:pt x="1001" y="1"/>
                      <a:pt x="644" y="1"/>
                    </a:cubicBezTo>
                    <a:close/>
                  </a:path>
                </a:pathLst>
              </a:custGeom>
              <a:solidFill>
                <a:srgbClr val="F2D31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107;p21">
                <a:extLst>
                  <a:ext uri="{FF2B5EF4-FFF2-40B4-BE49-F238E27FC236}">
                    <a16:creationId xmlns:a16="http://schemas.microsoft.com/office/drawing/2014/main" id="{428ADAF8-BF4C-7434-9DA7-8BD60E471835}"/>
                  </a:ext>
                </a:extLst>
              </p:cNvPr>
              <p:cNvSpPr/>
              <p:nvPr/>
            </p:nvSpPr>
            <p:spPr>
              <a:xfrm>
                <a:off x="4548424" y="5002950"/>
                <a:ext cx="40302" cy="40302"/>
              </a:xfrm>
              <a:custGeom>
                <a:avLst/>
                <a:gdLst/>
                <a:ahLst/>
                <a:cxnLst/>
                <a:rect l="l" t="t" r="r" b="b"/>
                <a:pathLst>
                  <a:path w="1263" h="1263" extrusionOk="0">
                    <a:moveTo>
                      <a:pt x="644" y="1"/>
                    </a:moveTo>
                    <a:cubicBezTo>
                      <a:pt x="286" y="1"/>
                      <a:pt x="1" y="310"/>
                      <a:pt x="1" y="644"/>
                    </a:cubicBezTo>
                    <a:cubicBezTo>
                      <a:pt x="1" y="1001"/>
                      <a:pt x="310" y="1263"/>
                      <a:pt x="644" y="1263"/>
                    </a:cubicBezTo>
                    <a:cubicBezTo>
                      <a:pt x="1001" y="1263"/>
                      <a:pt x="1263" y="953"/>
                      <a:pt x="1263" y="644"/>
                    </a:cubicBezTo>
                    <a:cubicBezTo>
                      <a:pt x="1263" y="286"/>
                      <a:pt x="1001" y="1"/>
                      <a:pt x="644" y="1"/>
                    </a:cubicBezTo>
                    <a:close/>
                  </a:path>
                </a:pathLst>
              </a:custGeom>
              <a:solidFill>
                <a:srgbClr val="F2D31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108;p21">
                <a:extLst>
                  <a:ext uri="{FF2B5EF4-FFF2-40B4-BE49-F238E27FC236}">
                    <a16:creationId xmlns:a16="http://schemas.microsoft.com/office/drawing/2014/main" id="{A4099ADA-425C-46C1-9FE2-C79DCEC7C680}"/>
                  </a:ext>
                </a:extLst>
              </p:cNvPr>
              <p:cNvSpPr/>
              <p:nvPr/>
            </p:nvSpPr>
            <p:spPr>
              <a:xfrm>
                <a:off x="4548424" y="5094149"/>
                <a:ext cx="40302" cy="40302"/>
              </a:xfrm>
              <a:custGeom>
                <a:avLst/>
                <a:gdLst/>
                <a:ahLst/>
                <a:cxnLst/>
                <a:rect l="l" t="t" r="r" b="b"/>
                <a:pathLst>
                  <a:path w="1263" h="1263" extrusionOk="0">
                    <a:moveTo>
                      <a:pt x="644" y="0"/>
                    </a:moveTo>
                    <a:cubicBezTo>
                      <a:pt x="286" y="0"/>
                      <a:pt x="1" y="310"/>
                      <a:pt x="1" y="643"/>
                    </a:cubicBezTo>
                    <a:cubicBezTo>
                      <a:pt x="1" y="1001"/>
                      <a:pt x="310" y="1263"/>
                      <a:pt x="644" y="1263"/>
                    </a:cubicBezTo>
                    <a:cubicBezTo>
                      <a:pt x="1001" y="1263"/>
                      <a:pt x="1263" y="953"/>
                      <a:pt x="1263" y="643"/>
                    </a:cubicBezTo>
                    <a:cubicBezTo>
                      <a:pt x="1263" y="310"/>
                      <a:pt x="1001" y="0"/>
                      <a:pt x="644" y="0"/>
                    </a:cubicBezTo>
                    <a:close/>
                  </a:path>
                </a:pathLst>
              </a:custGeom>
              <a:solidFill>
                <a:srgbClr val="F2D31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109;p21">
              <a:extLst>
                <a:ext uri="{FF2B5EF4-FFF2-40B4-BE49-F238E27FC236}">
                  <a16:creationId xmlns:a16="http://schemas.microsoft.com/office/drawing/2014/main" id="{823ACE4F-F76F-9DB9-D214-E6D52B588CDA}"/>
                </a:ext>
              </a:extLst>
            </p:cNvPr>
            <p:cNvSpPr/>
            <p:nvPr/>
          </p:nvSpPr>
          <p:spPr>
            <a:xfrm>
              <a:off x="6272420" y="2283383"/>
              <a:ext cx="585723" cy="191058"/>
            </a:xfrm>
            <a:custGeom>
              <a:avLst/>
              <a:gdLst/>
              <a:ahLst/>
              <a:cxnLst/>
              <a:rect l="l" t="t" r="r" b="b"/>
              <a:pathLst>
                <a:path w="22030" h="7186" extrusionOk="0">
                  <a:moveTo>
                    <a:pt x="4792" y="629"/>
                  </a:moveTo>
                  <a:cubicBezTo>
                    <a:pt x="5961" y="629"/>
                    <a:pt x="7082" y="1021"/>
                    <a:pt x="7836" y="1344"/>
                  </a:cubicBezTo>
                  <a:cubicBezTo>
                    <a:pt x="8550" y="1678"/>
                    <a:pt x="9003" y="2368"/>
                    <a:pt x="8955" y="3130"/>
                  </a:cubicBezTo>
                  <a:cubicBezTo>
                    <a:pt x="8907" y="4131"/>
                    <a:pt x="8384" y="4988"/>
                    <a:pt x="8193" y="5297"/>
                  </a:cubicBezTo>
                  <a:cubicBezTo>
                    <a:pt x="8122" y="5393"/>
                    <a:pt x="8050" y="5512"/>
                    <a:pt x="7955" y="5583"/>
                  </a:cubicBezTo>
                  <a:cubicBezTo>
                    <a:pt x="7009" y="6332"/>
                    <a:pt x="6096" y="6591"/>
                    <a:pt x="5324" y="6591"/>
                  </a:cubicBezTo>
                  <a:cubicBezTo>
                    <a:pt x="5162" y="6591"/>
                    <a:pt x="5007" y="6580"/>
                    <a:pt x="4859" y="6560"/>
                  </a:cubicBezTo>
                  <a:cubicBezTo>
                    <a:pt x="3168" y="6321"/>
                    <a:pt x="1882" y="4797"/>
                    <a:pt x="1906" y="3083"/>
                  </a:cubicBezTo>
                  <a:cubicBezTo>
                    <a:pt x="1930" y="1678"/>
                    <a:pt x="2882" y="1058"/>
                    <a:pt x="2882" y="1058"/>
                  </a:cubicBezTo>
                  <a:cubicBezTo>
                    <a:pt x="3498" y="747"/>
                    <a:pt x="4152" y="629"/>
                    <a:pt x="4792" y="629"/>
                  </a:cubicBezTo>
                  <a:close/>
                  <a:moveTo>
                    <a:pt x="17275" y="635"/>
                  </a:moveTo>
                  <a:cubicBezTo>
                    <a:pt x="17920" y="635"/>
                    <a:pt x="18579" y="757"/>
                    <a:pt x="19195" y="1082"/>
                  </a:cubicBezTo>
                  <a:cubicBezTo>
                    <a:pt x="19195" y="1082"/>
                    <a:pt x="20148" y="1701"/>
                    <a:pt x="20196" y="3106"/>
                  </a:cubicBezTo>
                  <a:cubicBezTo>
                    <a:pt x="20148" y="4821"/>
                    <a:pt x="18886" y="6321"/>
                    <a:pt x="17171" y="6560"/>
                  </a:cubicBezTo>
                  <a:cubicBezTo>
                    <a:pt x="17019" y="6580"/>
                    <a:pt x="16861" y="6591"/>
                    <a:pt x="16698" y="6591"/>
                  </a:cubicBezTo>
                  <a:cubicBezTo>
                    <a:pt x="15917" y="6591"/>
                    <a:pt x="15021" y="6332"/>
                    <a:pt x="14075" y="5583"/>
                  </a:cubicBezTo>
                  <a:cubicBezTo>
                    <a:pt x="14004" y="5488"/>
                    <a:pt x="13908" y="5393"/>
                    <a:pt x="13837" y="5297"/>
                  </a:cubicBezTo>
                  <a:cubicBezTo>
                    <a:pt x="13599" y="4988"/>
                    <a:pt x="13123" y="4154"/>
                    <a:pt x="13123" y="3130"/>
                  </a:cubicBezTo>
                  <a:cubicBezTo>
                    <a:pt x="13123" y="2368"/>
                    <a:pt x="13575" y="1678"/>
                    <a:pt x="14266" y="1344"/>
                  </a:cubicBezTo>
                  <a:cubicBezTo>
                    <a:pt x="15013" y="1024"/>
                    <a:pt x="16123" y="635"/>
                    <a:pt x="17275" y="635"/>
                  </a:cubicBezTo>
                  <a:close/>
                  <a:moveTo>
                    <a:pt x="4268" y="0"/>
                  </a:moveTo>
                  <a:cubicBezTo>
                    <a:pt x="1356" y="0"/>
                    <a:pt x="1" y="1487"/>
                    <a:pt x="1" y="1487"/>
                  </a:cubicBezTo>
                  <a:lnTo>
                    <a:pt x="1" y="1963"/>
                  </a:lnTo>
                  <a:cubicBezTo>
                    <a:pt x="263" y="2130"/>
                    <a:pt x="1096" y="3726"/>
                    <a:pt x="1739" y="4988"/>
                  </a:cubicBezTo>
                  <a:cubicBezTo>
                    <a:pt x="2287" y="6107"/>
                    <a:pt x="3335" y="6917"/>
                    <a:pt x="4549" y="7107"/>
                  </a:cubicBezTo>
                  <a:lnTo>
                    <a:pt x="4645" y="7107"/>
                  </a:lnTo>
                  <a:cubicBezTo>
                    <a:pt x="4929" y="7150"/>
                    <a:pt x="5214" y="7175"/>
                    <a:pt x="5497" y="7175"/>
                  </a:cubicBezTo>
                  <a:cubicBezTo>
                    <a:pt x="5996" y="7175"/>
                    <a:pt x="6492" y="7099"/>
                    <a:pt x="6978" y="6917"/>
                  </a:cubicBezTo>
                  <a:cubicBezTo>
                    <a:pt x="10217" y="5678"/>
                    <a:pt x="9741" y="1963"/>
                    <a:pt x="9741" y="1963"/>
                  </a:cubicBezTo>
                  <a:lnTo>
                    <a:pt x="12289" y="1963"/>
                  </a:lnTo>
                  <a:cubicBezTo>
                    <a:pt x="12289" y="1963"/>
                    <a:pt x="11789" y="5702"/>
                    <a:pt x="15028" y="6917"/>
                  </a:cubicBezTo>
                  <a:cubicBezTo>
                    <a:pt x="15532" y="7100"/>
                    <a:pt x="16055" y="7185"/>
                    <a:pt x="16579" y="7185"/>
                  </a:cubicBezTo>
                  <a:cubicBezTo>
                    <a:pt x="16873" y="7185"/>
                    <a:pt x="17166" y="7159"/>
                    <a:pt x="17457" y="7107"/>
                  </a:cubicBezTo>
                  <a:lnTo>
                    <a:pt x="17481" y="7107"/>
                  </a:lnTo>
                  <a:cubicBezTo>
                    <a:pt x="18695" y="6917"/>
                    <a:pt x="19743" y="6107"/>
                    <a:pt x="20315" y="5012"/>
                  </a:cubicBezTo>
                  <a:cubicBezTo>
                    <a:pt x="20934" y="3749"/>
                    <a:pt x="21767" y="2154"/>
                    <a:pt x="22029" y="2035"/>
                  </a:cubicBezTo>
                  <a:lnTo>
                    <a:pt x="22029" y="1559"/>
                  </a:lnTo>
                  <a:cubicBezTo>
                    <a:pt x="21997" y="1542"/>
                    <a:pt x="20616" y="33"/>
                    <a:pt x="17660" y="33"/>
                  </a:cubicBezTo>
                  <a:cubicBezTo>
                    <a:pt x="16293" y="33"/>
                    <a:pt x="14590" y="356"/>
                    <a:pt x="12527" y="1297"/>
                  </a:cubicBezTo>
                  <a:lnTo>
                    <a:pt x="9431" y="1297"/>
                  </a:lnTo>
                  <a:cubicBezTo>
                    <a:pt x="7352" y="329"/>
                    <a:pt x="5637" y="0"/>
                    <a:pt x="4268" y="0"/>
                  </a:cubicBezTo>
                  <a:close/>
                </a:path>
              </a:pathLst>
            </a:custGeom>
            <a:solidFill>
              <a:srgbClr val="2729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200EC58-4253-1E38-FBF4-3465C6E8DC96}"/>
              </a:ext>
            </a:extLst>
          </p:cNvPr>
          <p:cNvGrpSpPr/>
          <p:nvPr/>
        </p:nvGrpSpPr>
        <p:grpSpPr>
          <a:xfrm>
            <a:off x="5344065" y="1887237"/>
            <a:ext cx="1761003" cy="1846248"/>
            <a:chOff x="3899166" y="1803267"/>
            <a:chExt cx="1345667" cy="1404826"/>
          </a:xfrm>
        </p:grpSpPr>
        <p:sp>
          <p:nvSpPr>
            <p:cNvPr id="118" name="Google Shape;1313;p22">
              <a:extLst>
                <a:ext uri="{FF2B5EF4-FFF2-40B4-BE49-F238E27FC236}">
                  <a16:creationId xmlns:a16="http://schemas.microsoft.com/office/drawing/2014/main" id="{A397D9CD-F904-2A04-83B4-3B99FB424F86}"/>
                </a:ext>
              </a:extLst>
            </p:cNvPr>
            <p:cNvSpPr/>
            <p:nvPr/>
          </p:nvSpPr>
          <p:spPr>
            <a:xfrm>
              <a:off x="3899166" y="2613362"/>
              <a:ext cx="1345667" cy="594731"/>
            </a:xfrm>
            <a:custGeom>
              <a:avLst/>
              <a:gdLst/>
              <a:ahLst/>
              <a:cxnLst/>
              <a:rect l="l" t="t" r="r" b="b"/>
              <a:pathLst>
                <a:path w="74470" h="32040" extrusionOk="0">
                  <a:moveTo>
                    <a:pt x="39870" y="0"/>
                  </a:moveTo>
                  <a:cubicBezTo>
                    <a:pt x="37172" y="0"/>
                    <a:pt x="31553" y="529"/>
                    <a:pt x="20852" y="3376"/>
                  </a:cubicBezTo>
                  <a:cubicBezTo>
                    <a:pt x="2827" y="8179"/>
                    <a:pt x="0" y="31218"/>
                    <a:pt x="0" y="32039"/>
                  </a:cubicBezTo>
                  <a:lnTo>
                    <a:pt x="74470" y="32009"/>
                  </a:lnTo>
                  <a:cubicBezTo>
                    <a:pt x="74470" y="32009"/>
                    <a:pt x="73315" y="14015"/>
                    <a:pt x="61612" y="6355"/>
                  </a:cubicBezTo>
                  <a:cubicBezTo>
                    <a:pt x="52589" y="476"/>
                    <a:pt x="43959" y="181"/>
                    <a:pt x="42317" y="181"/>
                  </a:cubicBezTo>
                  <a:cubicBezTo>
                    <a:pt x="42134" y="181"/>
                    <a:pt x="42037" y="185"/>
                    <a:pt x="42037" y="185"/>
                  </a:cubicBezTo>
                  <a:cubicBezTo>
                    <a:pt x="42037" y="185"/>
                    <a:pt x="41463" y="0"/>
                    <a:pt x="3987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9" name="Google Shape;1314;p22">
              <a:extLst>
                <a:ext uri="{FF2B5EF4-FFF2-40B4-BE49-F238E27FC236}">
                  <a16:creationId xmlns:a16="http://schemas.microsoft.com/office/drawing/2014/main" id="{644F91AA-FB3D-D497-5704-7590773B59F2}"/>
                </a:ext>
              </a:extLst>
            </p:cNvPr>
            <p:cNvGrpSpPr/>
            <p:nvPr/>
          </p:nvGrpSpPr>
          <p:grpSpPr>
            <a:xfrm>
              <a:off x="4045960" y="1803267"/>
              <a:ext cx="1064723" cy="1147421"/>
              <a:chOff x="814935" y="1433735"/>
              <a:chExt cx="2205645" cy="2352180"/>
            </a:xfrm>
          </p:grpSpPr>
          <p:sp>
            <p:nvSpPr>
              <p:cNvPr id="120" name="Google Shape;1315;p22">
                <a:extLst>
                  <a:ext uri="{FF2B5EF4-FFF2-40B4-BE49-F238E27FC236}">
                    <a16:creationId xmlns:a16="http://schemas.microsoft.com/office/drawing/2014/main" id="{FA7CD9CE-520F-D266-6E8E-129CB2517EEB}"/>
                  </a:ext>
                </a:extLst>
              </p:cNvPr>
              <p:cNvSpPr/>
              <p:nvPr/>
            </p:nvSpPr>
            <p:spPr>
              <a:xfrm>
                <a:off x="814935" y="1577544"/>
                <a:ext cx="990798" cy="1675371"/>
              </a:xfrm>
              <a:custGeom>
                <a:avLst/>
                <a:gdLst/>
                <a:ahLst/>
                <a:cxnLst/>
                <a:rect l="l" t="t" r="r" b="b"/>
                <a:pathLst>
                  <a:path w="26476" h="44025" extrusionOk="0">
                    <a:moveTo>
                      <a:pt x="12828" y="0"/>
                    </a:moveTo>
                    <a:cubicBezTo>
                      <a:pt x="5442" y="517"/>
                      <a:pt x="3891" y="10517"/>
                      <a:pt x="4530" y="16171"/>
                    </a:cubicBezTo>
                    <a:cubicBezTo>
                      <a:pt x="4834" y="18876"/>
                      <a:pt x="5746" y="21764"/>
                      <a:pt x="4439" y="24165"/>
                    </a:cubicBezTo>
                    <a:cubicBezTo>
                      <a:pt x="3527" y="25837"/>
                      <a:pt x="1673" y="26870"/>
                      <a:pt x="913" y="28633"/>
                    </a:cubicBezTo>
                    <a:cubicBezTo>
                      <a:pt x="1" y="30791"/>
                      <a:pt x="1004" y="33192"/>
                      <a:pt x="1764" y="35411"/>
                    </a:cubicBezTo>
                    <a:cubicBezTo>
                      <a:pt x="2524" y="37600"/>
                      <a:pt x="2888" y="40396"/>
                      <a:pt x="1156" y="41946"/>
                    </a:cubicBezTo>
                    <a:cubicBezTo>
                      <a:pt x="5411" y="42919"/>
                      <a:pt x="9667" y="43922"/>
                      <a:pt x="14013" y="44013"/>
                    </a:cubicBezTo>
                    <a:cubicBezTo>
                      <a:pt x="14280" y="44021"/>
                      <a:pt x="14547" y="44024"/>
                      <a:pt x="14815" y="44024"/>
                    </a:cubicBezTo>
                    <a:cubicBezTo>
                      <a:pt x="18909" y="44024"/>
                      <a:pt x="23080" y="43136"/>
                      <a:pt x="26475" y="40882"/>
                    </a:cubicBezTo>
                    <a:lnTo>
                      <a:pt x="12828" y="0"/>
                    </a:ln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316;p22">
                <a:extLst>
                  <a:ext uri="{FF2B5EF4-FFF2-40B4-BE49-F238E27FC236}">
                    <a16:creationId xmlns:a16="http://schemas.microsoft.com/office/drawing/2014/main" id="{9F607882-5852-FFEC-7604-C7B2A985A4FD}"/>
                  </a:ext>
                </a:extLst>
              </p:cNvPr>
              <p:cNvSpPr/>
              <p:nvPr/>
            </p:nvSpPr>
            <p:spPr>
              <a:xfrm>
                <a:off x="923011" y="1468897"/>
                <a:ext cx="1508351" cy="1476077"/>
              </a:xfrm>
              <a:custGeom>
                <a:avLst/>
                <a:gdLst/>
                <a:ahLst/>
                <a:cxnLst/>
                <a:rect l="l" t="t" r="r" b="b"/>
                <a:pathLst>
                  <a:path w="40306" h="38788" extrusionOk="0">
                    <a:moveTo>
                      <a:pt x="21961" y="1"/>
                    </a:moveTo>
                    <a:cubicBezTo>
                      <a:pt x="21068" y="1"/>
                      <a:pt x="20171" y="34"/>
                      <a:pt x="19271" y="89"/>
                    </a:cubicBezTo>
                    <a:cubicBezTo>
                      <a:pt x="16293" y="241"/>
                      <a:pt x="13253" y="636"/>
                      <a:pt x="10700" y="2156"/>
                    </a:cubicBezTo>
                    <a:cubicBezTo>
                      <a:pt x="6444" y="4740"/>
                      <a:pt x="0" y="11792"/>
                      <a:pt x="5168" y="22856"/>
                    </a:cubicBezTo>
                    <a:lnTo>
                      <a:pt x="31886" y="38236"/>
                    </a:lnTo>
                    <a:cubicBezTo>
                      <a:pt x="32136" y="38612"/>
                      <a:pt x="32587" y="38787"/>
                      <a:pt x="33059" y="38787"/>
                    </a:cubicBezTo>
                    <a:cubicBezTo>
                      <a:pt x="33387" y="38787"/>
                      <a:pt x="33726" y="38702"/>
                      <a:pt x="34013" y="38540"/>
                    </a:cubicBezTo>
                    <a:cubicBezTo>
                      <a:pt x="34682" y="38145"/>
                      <a:pt x="35107" y="37415"/>
                      <a:pt x="35472" y="36746"/>
                    </a:cubicBezTo>
                    <a:cubicBezTo>
                      <a:pt x="38329" y="31306"/>
                      <a:pt x="39910" y="25287"/>
                      <a:pt x="40123" y="19147"/>
                    </a:cubicBezTo>
                    <a:cubicBezTo>
                      <a:pt x="40305" y="13950"/>
                      <a:pt x="39332" y="8357"/>
                      <a:pt x="35685" y="4649"/>
                    </a:cubicBezTo>
                    <a:cubicBezTo>
                      <a:pt x="33618" y="2582"/>
                      <a:pt x="30852" y="1275"/>
                      <a:pt x="27995" y="636"/>
                    </a:cubicBezTo>
                    <a:cubicBezTo>
                      <a:pt x="26010" y="172"/>
                      <a:pt x="23995" y="1"/>
                      <a:pt x="21961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317;p22">
                <a:extLst>
                  <a:ext uri="{FF2B5EF4-FFF2-40B4-BE49-F238E27FC236}">
                    <a16:creationId xmlns:a16="http://schemas.microsoft.com/office/drawing/2014/main" id="{0D25A74C-9772-1E8F-B3BB-A422067D5925}"/>
                  </a:ext>
                </a:extLst>
              </p:cNvPr>
              <p:cNvSpPr/>
              <p:nvPr/>
            </p:nvSpPr>
            <p:spPr>
              <a:xfrm>
                <a:off x="1104997" y="1764927"/>
                <a:ext cx="1090903" cy="2020987"/>
              </a:xfrm>
              <a:custGeom>
                <a:avLst/>
                <a:gdLst/>
                <a:ahLst/>
                <a:cxnLst/>
                <a:rect l="l" t="t" r="r" b="b"/>
                <a:pathLst>
                  <a:path w="29151" h="53107" extrusionOk="0">
                    <a:moveTo>
                      <a:pt x="9666" y="1"/>
                    </a:moveTo>
                    <a:cubicBezTo>
                      <a:pt x="4587" y="1"/>
                      <a:pt x="358" y="4026"/>
                      <a:pt x="213" y="9210"/>
                    </a:cubicBezTo>
                    <a:cubicBezTo>
                      <a:pt x="1" y="15198"/>
                      <a:pt x="1" y="22554"/>
                      <a:pt x="852" y="27022"/>
                    </a:cubicBezTo>
                    <a:cubicBezTo>
                      <a:pt x="2524" y="35958"/>
                      <a:pt x="9454" y="36901"/>
                      <a:pt x="9454" y="36901"/>
                    </a:cubicBezTo>
                    <a:lnTo>
                      <a:pt x="9089" y="43466"/>
                    </a:lnTo>
                    <a:cubicBezTo>
                      <a:pt x="8785" y="48542"/>
                      <a:pt x="12737" y="52889"/>
                      <a:pt x="17813" y="53102"/>
                    </a:cubicBezTo>
                    <a:lnTo>
                      <a:pt x="17843" y="53102"/>
                    </a:lnTo>
                    <a:cubicBezTo>
                      <a:pt x="17943" y="53105"/>
                      <a:pt x="18042" y="53107"/>
                      <a:pt x="18142" y="53107"/>
                    </a:cubicBezTo>
                    <a:cubicBezTo>
                      <a:pt x="23057" y="53107"/>
                      <a:pt x="27181" y="48693"/>
                      <a:pt x="27509" y="41095"/>
                    </a:cubicBezTo>
                    <a:lnTo>
                      <a:pt x="29150" y="1611"/>
                    </a:lnTo>
                    <a:lnTo>
                      <a:pt x="29029" y="4317"/>
                    </a:lnTo>
                    <a:cubicBezTo>
                      <a:pt x="28998" y="2675"/>
                      <a:pt x="27722" y="1338"/>
                      <a:pt x="26111" y="1216"/>
                    </a:cubicBezTo>
                    <a:lnTo>
                      <a:pt x="10426" y="31"/>
                    </a:lnTo>
                    <a:cubicBezTo>
                      <a:pt x="10171" y="11"/>
                      <a:pt x="9918" y="1"/>
                      <a:pt x="9666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318;p22">
                <a:extLst>
                  <a:ext uri="{FF2B5EF4-FFF2-40B4-BE49-F238E27FC236}">
                    <a16:creationId xmlns:a16="http://schemas.microsoft.com/office/drawing/2014/main" id="{E833E85E-D598-6BC4-7927-D4688E3D009B}"/>
                  </a:ext>
                </a:extLst>
              </p:cNvPr>
              <p:cNvSpPr/>
              <p:nvPr/>
            </p:nvSpPr>
            <p:spPr>
              <a:xfrm>
                <a:off x="1231261" y="2250699"/>
                <a:ext cx="86483" cy="84558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2222" extrusionOk="0">
                    <a:moveTo>
                      <a:pt x="1102" y="0"/>
                    </a:moveTo>
                    <a:cubicBezTo>
                      <a:pt x="517" y="0"/>
                      <a:pt x="30" y="476"/>
                      <a:pt x="1" y="1065"/>
                    </a:cubicBezTo>
                    <a:cubicBezTo>
                      <a:pt x="1" y="1704"/>
                      <a:pt x="517" y="2220"/>
                      <a:pt x="1156" y="2220"/>
                    </a:cubicBezTo>
                    <a:cubicBezTo>
                      <a:pt x="1174" y="2221"/>
                      <a:pt x="1192" y="2222"/>
                      <a:pt x="1210" y="2222"/>
                    </a:cubicBezTo>
                    <a:cubicBezTo>
                      <a:pt x="1794" y="2222"/>
                      <a:pt x="2281" y="1746"/>
                      <a:pt x="2311" y="1126"/>
                    </a:cubicBezTo>
                    <a:cubicBezTo>
                      <a:pt x="2311" y="518"/>
                      <a:pt x="1794" y="2"/>
                      <a:pt x="1156" y="2"/>
                    </a:cubicBezTo>
                    <a:cubicBezTo>
                      <a:pt x="1138" y="1"/>
                      <a:pt x="1120" y="0"/>
                      <a:pt x="110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319;p22">
                <a:extLst>
                  <a:ext uri="{FF2B5EF4-FFF2-40B4-BE49-F238E27FC236}">
                    <a16:creationId xmlns:a16="http://schemas.microsoft.com/office/drawing/2014/main" id="{CB48CFBC-64D9-DD4B-6C3B-94EE695CB6D1}"/>
                  </a:ext>
                </a:extLst>
              </p:cNvPr>
              <p:cNvSpPr/>
              <p:nvPr/>
            </p:nvSpPr>
            <p:spPr>
              <a:xfrm>
                <a:off x="1173256" y="2208991"/>
                <a:ext cx="176335" cy="49586"/>
              </a:xfrm>
              <a:custGeom>
                <a:avLst/>
                <a:gdLst/>
                <a:ahLst/>
                <a:cxnLst/>
                <a:rect l="l" t="t" r="r" b="b"/>
                <a:pathLst>
                  <a:path w="4712" h="1303" extrusionOk="0">
                    <a:moveTo>
                      <a:pt x="2424" y="0"/>
                    </a:moveTo>
                    <a:cubicBezTo>
                      <a:pt x="2376" y="0"/>
                      <a:pt x="2328" y="1"/>
                      <a:pt x="2280" y="3"/>
                    </a:cubicBezTo>
                    <a:cubicBezTo>
                      <a:pt x="1642" y="34"/>
                      <a:pt x="1004" y="247"/>
                      <a:pt x="517" y="642"/>
                    </a:cubicBezTo>
                    <a:cubicBezTo>
                      <a:pt x="122" y="946"/>
                      <a:pt x="0" y="1219"/>
                      <a:pt x="92" y="1280"/>
                    </a:cubicBezTo>
                    <a:cubicBezTo>
                      <a:pt x="107" y="1295"/>
                      <a:pt x="130" y="1302"/>
                      <a:pt x="159" y="1302"/>
                    </a:cubicBezTo>
                    <a:cubicBezTo>
                      <a:pt x="421" y="1302"/>
                      <a:pt x="1222" y="760"/>
                      <a:pt x="2341" y="733"/>
                    </a:cubicBezTo>
                    <a:cubicBezTo>
                      <a:pt x="2373" y="732"/>
                      <a:pt x="2405" y="732"/>
                      <a:pt x="2436" y="732"/>
                    </a:cubicBezTo>
                    <a:cubicBezTo>
                      <a:pt x="3490" y="732"/>
                      <a:pt x="4289" y="1154"/>
                      <a:pt x="4547" y="1154"/>
                    </a:cubicBezTo>
                    <a:cubicBezTo>
                      <a:pt x="4582" y="1154"/>
                      <a:pt x="4606" y="1146"/>
                      <a:pt x="4621" y="1128"/>
                    </a:cubicBezTo>
                    <a:cubicBezTo>
                      <a:pt x="4712" y="1067"/>
                      <a:pt x="4529" y="794"/>
                      <a:pt x="4134" y="520"/>
                    </a:cubicBezTo>
                    <a:cubicBezTo>
                      <a:pt x="3626" y="182"/>
                      <a:pt x="3040" y="0"/>
                      <a:pt x="2424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1320;p22">
                <a:extLst>
                  <a:ext uri="{FF2B5EF4-FFF2-40B4-BE49-F238E27FC236}">
                    <a16:creationId xmlns:a16="http://schemas.microsoft.com/office/drawing/2014/main" id="{3C12D66A-0B4A-AEF3-30A0-9CDF4E74DD97}"/>
                  </a:ext>
                </a:extLst>
              </p:cNvPr>
              <p:cNvSpPr/>
              <p:nvPr/>
            </p:nvSpPr>
            <p:spPr>
              <a:xfrm>
                <a:off x="1691932" y="2250699"/>
                <a:ext cx="86483" cy="84558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2222" extrusionOk="0">
                    <a:moveTo>
                      <a:pt x="1102" y="0"/>
                    </a:moveTo>
                    <a:cubicBezTo>
                      <a:pt x="516" y="0"/>
                      <a:pt x="1" y="476"/>
                      <a:pt x="1" y="1065"/>
                    </a:cubicBezTo>
                    <a:cubicBezTo>
                      <a:pt x="1" y="1704"/>
                      <a:pt x="518" y="2220"/>
                      <a:pt x="1126" y="2220"/>
                    </a:cubicBezTo>
                    <a:cubicBezTo>
                      <a:pt x="1145" y="2221"/>
                      <a:pt x="1163" y="2222"/>
                      <a:pt x="1182" y="2222"/>
                    </a:cubicBezTo>
                    <a:cubicBezTo>
                      <a:pt x="1794" y="2222"/>
                      <a:pt x="2281" y="1746"/>
                      <a:pt x="2311" y="1126"/>
                    </a:cubicBezTo>
                    <a:cubicBezTo>
                      <a:pt x="2311" y="518"/>
                      <a:pt x="1794" y="2"/>
                      <a:pt x="1156" y="2"/>
                    </a:cubicBezTo>
                    <a:cubicBezTo>
                      <a:pt x="1138" y="1"/>
                      <a:pt x="1120" y="0"/>
                      <a:pt x="110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321;p22">
                <a:extLst>
                  <a:ext uri="{FF2B5EF4-FFF2-40B4-BE49-F238E27FC236}">
                    <a16:creationId xmlns:a16="http://schemas.microsoft.com/office/drawing/2014/main" id="{74E05ED5-6E24-C7A6-4901-438E16A8BAC5}"/>
                  </a:ext>
                </a:extLst>
              </p:cNvPr>
              <p:cNvSpPr/>
              <p:nvPr/>
            </p:nvSpPr>
            <p:spPr>
              <a:xfrm>
                <a:off x="1630521" y="2204348"/>
                <a:ext cx="175212" cy="49586"/>
              </a:xfrm>
              <a:custGeom>
                <a:avLst/>
                <a:gdLst/>
                <a:ahLst/>
                <a:cxnLst/>
                <a:rect l="l" t="t" r="r" b="b"/>
                <a:pathLst>
                  <a:path w="4682" h="1303" extrusionOk="0">
                    <a:moveTo>
                      <a:pt x="2418" y="0"/>
                    </a:moveTo>
                    <a:cubicBezTo>
                      <a:pt x="2372" y="0"/>
                      <a:pt x="2326" y="2"/>
                      <a:pt x="2280" y="4"/>
                    </a:cubicBezTo>
                    <a:cubicBezTo>
                      <a:pt x="1612" y="4"/>
                      <a:pt x="1004" y="247"/>
                      <a:pt x="487" y="642"/>
                    </a:cubicBezTo>
                    <a:cubicBezTo>
                      <a:pt x="122" y="946"/>
                      <a:pt x="1" y="1220"/>
                      <a:pt x="92" y="1280"/>
                    </a:cubicBezTo>
                    <a:cubicBezTo>
                      <a:pt x="107" y="1296"/>
                      <a:pt x="130" y="1303"/>
                      <a:pt x="160" y="1303"/>
                    </a:cubicBezTo>
                    <a:cubicBezTo>
                      <a:pt x="421" y="1303"/>
                      <a:pt x="1222" y="761"/>
                      <a:pt x="2341" y="733"/>
                    </a:cubicBezTo>
                    <a:cubicBezTo>
                      <a:pt x="2401" y="730"/>
                      <a:pt x="2460" y="729"/>
                      <a:pt x="2518" y="729"/>
                    </a:cubicBezTo>
                    <a:cubicBezTo>
                      <a:pt x="3537" y="729"/>
                      <a:pt x="4305" y="1153"/>
                      <a:pt x="4551" y="1153"/>
                    </a:cubicBezTo>
                    <a:cubicBezTo>
                      <a:pt x="4584" y="1153"/>
                      <a:pt x="4607" y="1145"/>
                      <a:pt x="4621" y="1128"/>
                    </a:cubicBezTo>
                    <a:cubicBezTo>
                      <a:pt x="4681" y="1068"/>
                      <a:pt x="4530" y="794"/>
                      <a:pt x="4104" y="520"/>
                    </a:cubicBezTo>
                    <a:cubicBezTo>
                      <a:pt x="3596" y="182"/>
                      <a:pt x="3010" y="0"/>
                      <a:pt x="24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322;p22">
                <a:extLst>
                  <a:ext uri="{FF2B5EF4-FFF2-40B4-BE49-F238E27FC236}">
                    <a16:creationId xmlns:a16="http://schemas.microsoft.com/office/drawing/2014/main" id="{211F620E-A7C6-9836-83EA-C3B1C36E7E5D}"/>
                  </a:ext>
                </a:extLst>
              </p:cNvPr>
              <p:cNvSpPr/>
              <p:nvPr/>
            </p:nvSpPr>
            <p:spPr>
              <a:xfrm>
                <a:off x="1354119" y="2213710"/>
                <a:ext cx="136517" cy="397484"/>
              </a:xfrm>
              <a:custGeom>
                <a:avLst/>
                <a:gdLst/>
                <a:ahLst/>
                <a:cxnLst/>
                <a:rect l="l" t="t" r="r" b="b"/>
                <a:pathLst>
                  <a:path w="3648" h="10445" extrusionOk="0">
                    <a:moveTo>
                      <a:pt x="3493" y="1"/>
                    </a:moveTo>
                    <a:cubicBezTo>
                      <a:pt x="3332" y="1"/>
                      <a:pt x="2273" y="2756"/>
                      <a:pt x="1064" y="6232"/>
                    </a:cubicBezTo>
                    <a:lnTo>
                      <a:pt x="244" y="8664"/>
                    </a:lnTo>
                    <a:cubicBezTo>
                      <a:pt x="61" y="9059"/>
                      <a:pt x="0" y="9515"/>
                      <a:pt x="122" y="9910"/>
                    </a:cubicBezTo>
                    <a:cubicBezTo>
                      <a:pt x="213" y="10153"/>
                      <a:pt x="396" y="10305"/>
                      <a:pt x="639" y="10366"/>
                    </a:cubicBezTo>
                    <a:cubicBezTo>
                      <a:pt x="821" y="10427"/>
                      <a:pt x="1003" y="10427"/>
                      <a:pt x="1186" y="10427"/>
                    </a:cubicBezTo>
                    <a:cubicBezTo>
                      <a:pt x="1642" y="10438"/>
                      <a:pt x="2037" y="10445"/>
                      <a:pt x="2355" y="10445"/>
                    </a:cubicBezTo>
                    <a:cubicBezTo>
                      <a:pt x="2905" y="10445"/>
                      <a:pt x="3222" y="10424"/>
                      <a:pt x="3222" y="10366"/>
                    </a:cubicBezTo>
                    <a:cubicBezTo>
                      <a:pt x="3222" y="10305"/>
                      <a:pt x="2462" y="10183"/>
                      <a:pt x="1216" y="10062"/>
                    </a:cubicBezTo>
                    <a:cubicBezTo>
                      <a:pt x="882" y="10062"/>
                      <a:pt x="578" y="10001"/>
                      <a:pt x="517" y="9788"/>
                    </a:cubicBezTo>
                    <a:cubicBezTo>
                      <a:pt x="487" y="9454"/>
                      <a:pt x="548" y="9120"/>
                      <a:pt x="699" y="8846"/>
                    </a:cubicBezTo>
                    <a:cubicBezTo>
                      <a:pt x="973" y="8056"/>
                      <a:pt x="1277" y="7235"/>
                      <a:pt x="1581" y="6384"/>
                    </a:cubicBezTo>
                    <a:cubicBezTo>
                      <a:pt x="2766" y="2919"/>
                      <a:pt x="3648" y="62"/>
                      <a:pt x="3496" y="1"/>
                    </a:cubicBezTo>
                    <a:cubicBezTo>
                      <a:pt x="3495" y="1"/>
                      <a:pt x="3494" y="1"/>
                      <a:pt x="3493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323;p22">
                <a:extLst>
                  <a:ext uri="{FF2B5EF4-FFF2-40B4-BE49-F238E27FC236}">
                    <a16:creationId xmlns:a16="http://schemas.microsoft.com/office/drawing/2014/main" id="{67B3ABB9-27FD-05D9-81E1-E8D893182966}"/>
                  </a:ext>
                </a:extLst>
              </p:cNvPr>
              <p:cNvSpPr/>
              <p:nvPr/>
            </p:nvSpPr>
            <p:spPr>
              <a:xfrm>
                <a:off x="1454224" y="3032654"/>
                <a:ext cx="452737" cy="220110"/>
              </a:xfrm>
              <a:custGeom>
                <a:avLst/>
                <a:gdLst/>
                <a:ahLst/>
                <a:cxnLst/>
                <a:rect l="l" t="t" r="r" b="b"/>
                <a:pathLst>
                  <a:path w="12098" h="5784" extrusionOk="0">
                    <a:moveTo>
                      <a:pt x="12098" y="1"/>
                    </a:moveTo>
                    <a:cubicBezTo>
                      <a:pt x="8511" y="2281"/>
                      <a:pt x="4377" y="3527"/>
                      <a:pt x="122" y="3588"/>
                    </a:cubicBezTo>
                    <a:lnTo>
                      <a:pt x="0" y="5746"/>
                    </a:lnTo>
                    <a:cubicBezTo>
                      <a:pt x="396" y="5771"/>
                      <a:pt x="780" y="5783"/>
                      <a:pt x="1153" y="5783"/>
                    </a:cubicBezTo>
                    <a:cubicBezTo>
                      <a:pt x="9318" y="5783"/>
                      <a:pt x="12098" y="1"/>
                      <a:pt x="12098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324;p22">
                <a:extLst>
                  <a:ext uri="{FF2B5EF4-FFF2-40B4-BE49-F238E27FC236}">
                    <a16:creationId xmlns:a16="http://schemas.microsoft.com/office/drawing/2014/main" id="{03521466-19F4-628A-EAFD-D75020CEBE9D}"/>
                  </a:ext>
                </a:extLst>
              </p:cNvPr>
              <p:cNvSpPr/>
              <p:nvPr/>
            </p:nvSpPr>
            <p:spPr>
              <a:xfrm>
                <a:off x="1492881" y="2687723"/>
                <a:ext cx="149054" cy="103738"/>
              </a:xfrm>
              <a:custGeom>
                <a:avLst/>
                <a:gdLst/>
                <a:ahLst/>
                <a:cxnLst/>
                <a:rect l="l" t="t" r="r" b="b"/>
                <a:pathLst>
                  <a:path w="3983" h="2726" extrusionOk="0">
                    <a:moveTo>
                      <a:pt x="1952" y="0"/>
                    </a:moveTo>
                    <a:cubicBezTo>
                      <a:pt x="1252" y="0"/>
                      <a:pt x="573" y="330"/>
                      <a:pt x="153" y="919"/>
                    </a:cubicBezTo>
                    <a:lnTo>
                      <a:pt x="92" y="949"/>
                    </a:lnTo>
                    <a:cubicBezTo>
                      <a:pt x="1" y="1101"/>
                      <a:pt x="1" y="1253"/>
                      <a:pt x="92" y="1405"/>
                    </a:cubicBezTo>
                    <a:cubicBezTo>
                      <a:pt x="213" y="1557"/>
                      <a:pt x="335" y="1679"/>
                      <a:pt x="487" y="1770"/>
                    </a:cubicBezTo>
                    <a:cubicBezTo>
                      <a:pt x="943" y="2165"/>
                      <a:pt x="1490" y="2469"/>
                      <a:pt x="2098" y="2682"/>
                    </a:cubicBezTo>
                    <a:cubicBezTo>
                      <a:pt x="2241" y="2711"/>
                      <a:pt x="2390" y="2726"/>
                      <a:pt x="2537" y="2726"/>
                    </a:cubicBezTo>
                    <a:cubicBezTo>
                      <a:pt x="3014" y="2726"/>
                      <a:pt x="3477" y="2567"/>
                      <a:pt x="3709" y="2196"/>
                    </a:cubicBezTo>
                    <a:cubicBezTo>
                      <a:pt x="3982" y="1740"/>
                      <a:pt x="3922" y="1132"/>
                      <a:pt x="3557" y="737"/>
                    </a:cubicBezTo>
                    <a:cubicBezTo>
                      <a:pt x="3192" y="311"/>
                      <a:pt x="2675" y="38"/>
                      <a:pt x="2128" y="7"/>
                    </a:cubicBezTo>
                    <a:cubicBezTo>
                      <a:pt x="2069" y="2"/>
                      <a:pt x="2010" y="0"/>
                      <a:pt x="1952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1325;p22">
                <a:extLst>
                  <a:ext uri="{FF2B5EF4-FFF2-40B4-BE49-F238E27FC236}">
                    <a16:creationId xmlns:a16="http://schemas.microsoft.com/office/drawing/2014/main" id="{F46F3D32-3516-10DE-BC59-ED20451BBB63}"/>
                  </a:ext>
                </a:extLst>
              </p:cNvPr>
              <p:cNvSpPr/>
              <p:nvPr/>
            </p:nvSpPr>
            <p:spPr>
              <a:xfrm>
                <a:off x="1467846" y="2637072"/>
                <a:ext cx="154742" cy="140004"/>
              </a:xfrm>
              <a:custGeom>
                <a:avLst/>
                <a:gdLst/>
                <a:ahLst/>
                <a:cxnLst/>
                <a:rect l="l" t="t" r="r" b="b"/>
                <a:pathLst>
                  <a:path w="4135" h="3679" extrusionOk="0">
                    <a:moveTo>
                      <a:pt x="3861" y="1"/>
                    </a:moveTo>
                    <a:cubicBezTo>
                      <a:pt x="3648" y="1"/>
                      <a:pt x="3709" y="1338"/>
                      <a:pt x="2585" y="2341"/>
                    </a:cubicBezTo>
                    <a:cubicBezTo>
                      <a:pt x="1430" y="3314"/>
                      <a:pt x="1" y="3223"/>
                      <a:pt x="1" y="3405"/>
                    </a:cubicBezTo>
                    <a:cubicBezTo>
                      <a:pt x="1" y="3496"/>
                      <a:pt x="335" y="3679"/>
                      <a:pt x="943" y="3679"/>
                    </a:cubicBezTo>
                    <a:cubicBezTo>
                      <a:pt x="1734" y="3648"/>
                      <a:pt x="2493" y="3375"/>
                      <a:pt x="3101" y="2858"/>
                    </a:cubicBezTo>
                    <a:cubicBezTo>
                      <a:pt x="3679" y="2341"/>
                      <a:pt x="4044" y="1642"/>
                      <a:pt x="4104" y="882"/>
                    </a:cubicBezTo>
                    <a:cubicBezTo>
                      <a:pt x="4135" y="335"/>
                      <a:pt x="3952" y="1"/>
                      <a:pt x="3861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26;p22">
                <a:extLst>
                  <a:ext uri="{FF2B5EF4-FFF2-40B4-BE49-F238E27FC236}">
                    <a16:creationId xmlns:a16="http://schemas.microsoft.com/office/drawing/2014/main" id="{420A5B80-97CF-027D-2CA4-B3D7A60E0421}"/>
                  </a:ext>
                </a:extLst>
              </p:cNvPr>
              <p:cNvSpPr/>
              <p:nvPr/>
            </p:nvSpPr>
            <p:spPr>
              <a:xfrm>
                <a:off x="1607768" y="2133300"/>
                <a:ext cx="217312" cy="59518"/>
              </a:xfrm>
              <a:custGeom>
                <a:avLst/>
                <a:gdLst/>
                <a:ahLst/>
                <a:cxnLst/>
                <a:rect l="l" t="t" r="r" b="b"/>
                <a:pathLst>
                  <a:path w="5807" h="1564" extrusionOk="0">
                    <a:moveTo>
                      <a:pt x="2595" y="0"/>
                    </a:moveTo>
                    <a:cubicBezTo>
                      <a:pt x="1987" y="0"/>
                      <a:pt x="1376" y="114"/>
                      <a:pt x="791" y="351"/>
                    </a:cubicBezTo>
                    <a:cubicBezTo>
                      <a:pt x="274" y="564"/>
                      <a:pt x="1" y="837"/>
                      <a:pt x="61" y="989"/>
                    </a:cubicBezTo>
                    <a:cubicBezTo>
                      <a:pt x="213" y="1324"/>
                      <a:pt x="1429" y="1111"/>
                      <a:pt x="2888" y="1263"/>
                    </a:cubicBezTo>
                    <a:cubicBezTo>
                      <a:pt x="3937" y="1350"/>
                      <a:pt x="4860" y="1563"/>
                      <a:pt x="5364" y="1563"/>
                    </a:cubicBezTo>
                    <a:cubicBezTo>
                      <a:pt x="5561" y="1563"/>
                      <a:pt x="5694" y="1531"/>
                      <a:pt x="5745" y="1445"/>
                    </a:cubicBezTo>
                    <a:cubicBezTo>
                      <a:pt x="5806" y="1293"/>
                      <a:pt x="5593" y="989"/>
                      <a:pt x="5107" y="685"/>
                    </a:cubicBezTo>
                    <a:cubicBezTo>
                      <a:pt x="4336" y="237"/>
                      <a:pt x="3469" y="0"/>
                      <a:pt x="2595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7;p22">
                <a:extLst>
                  <a:ext uri="{FF2B5EF4-FFF2-40B4-BE49-F238E27FC236}">
                    <a16:creationId xmlns:a16="http://schemas.microsoft.com/office/drawing/2014/main" id="{38B4B2F1-096F-B965-B3B8-875B1EC7F026}"/>
                  </a:ext>
                </a:extLst>
              </p:cNvPr>
              <p:cNvSpPr/>
              <p:nvPr/>
            </p:nvSpPr>
            <p:spPr>
              <a:xfrm>
                <a:off x="1185755" y="2068949"/>
                <a:ext cx="163836" cy="55446"/>
              </a:xfrm>
              <a:custGeom>
                <a:avLst/>
                <a:gdLst/>
                <a:ahLst/>
                <a:cxnLst/>
                <a:rect l="l" t="t" r="r" b="b"/>
                <a:pathLst>
                  <a:path w="4378" h="1457" extrusionOk="0">
                    <a:moveTo>
                      <a:pt x="2307" y="1"/>
                    </a:moveTo>
                    <a:cubicBezTo>
                      <a:pt x="2248" y="1"/>
                      <a:pt x="2188" y="3"/>
                      <a:pt x="2129" y="5"/>
                    </a:cubicBezTo>
                    <a:cubicBezTo>
                      <a:pt x="1521" y="36"/>
                      <a:pt x="943" y="249"/>
                      <a:pt x="457" y="613"/>
                    </a:cubicBezTo>
                    <a:cubicBezTo>
                      <a:pt x="122" y="917"/>
                      <a:pt x="1" y="1221"/>
                      <a:pt x="92" y="1343"/>
                    </a:cubicBezTo>
                    <a:cubicBezTo>
                      <a:pt x="166" y="1427"/>
                      <a:pt x="297" y="1456"/>
                      <a:pt x="472" y="1456"/>
                    </a:cubicBezTo>
                    <a:cubicBezTo>
                      <a:pt x="870" y="1456"/>
                      <a:pt x="1493" y="1303"/>
                      <a:pt x="2189" y="1282"/>
                    </a:cubicBezTo>
                    <a:cubicBezTo>
                      <a:pt x="2362" y="1272"/>
                      <a:pt x="2530" y="1269"/>
                      <a:pt x="2691" y="1269"/>
                    </a:cubicBezTo>
                    <a:cubicBezTo>
                      <a:pt x="3013" y="1269"/>
                      <a:pt x="3309" y="1282"/>
                      <a:pt x="3557" y="1282"/>
                    </a:cubicBezTo>
                    <a:cubicBezTo>
                      <a:pt x="3929" y="1282"/>
                      <a:pt x="4195" y="1252"/>
                      <a:pt x="4287" y="1100"/>
                    </a:cubicBezTo>
                    <a:cubicBezTo>
                      <a:pt x="4378" y="948"/>
                      <a:pt x="4226" y="674"/>
                      <a:pt x="3861" y="431"/>
                    </a:cubicBezTo>
                    <a:cubicBezTo>
                      <a:pt x="3395" y="129"/>
                      <a:pt x="2855" y="1"/>
                      <a:pt x="230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28;p22">
                <a:extLst>
                  <a:ext uri="{FF2B5EF4-FFF2-40B4-BE49-F238E27FC236}">
                    <a16:creationId xmlns:a16="http://schemas.microsoft.com/office/drawing/2014/main" id="{28CC7FC6-E72D-F90A-0006-3B9FDF56CDFB}"/>
                  </a:ext>
                </a:extLst>
              </p:cNvPr>
              <p:cNvSpPr/>
              <p:nvPr/>
            </p:nvSpPr>
            <p:spPr>
              <a:xfrm>
                <a:off x="1252891" y="1433735"/>
                <a:ext cx="1767689" cy="1793875"/>
              </a:xfrm>
              <a:custGeom>
                <a:avLst/>
                <a:gdLst/>
                <a:ahLst/>
                <a:cxnLst/>
                <a:rect l="l" t="t" r="r" b="b"/>
                <a:pathLst>
                  <a:path w="47236" h="47139" extrusionOk="0">
                    <a:moveTo>
                      <a:pt x="11831" y="0"/>
                    </a:moveTo>
                    <a:cubicBezTo>
                      <a:pt x="8828" y="0"/>
                      <a:pt x="5807" y="784"/>
                      <a:pt x="2888" y="2533"/>
                    </a:cubicBezTo>
                    <a:cubicBezTo>
                      <a:pt x="790" y="3840"/>
                      <a:pt x="0" y="6485"/>
                      <a:pt x="1034" y="8703"/>
                    </a:cubicBezTo>
                    <a:cubicBezTo>
                      <a:pt x="3040" y="13172"/>
                      <a:pt x="6778" y="17123"/>
                      <a:pt x="11247" y="18430"/>
                    </a:cubicBezTo>
                    <a:cubicBezTo>
                      <a:pt x="13192" y="18977"/>
                      <a:pt x="15228" y="19190"/>
                      <a:pt x="17083" y="19950"/>
                    </a:cubicBezTo>
                    <a:cubicBezTo>
                      <a:pt x="18967" y="20710"/>
                      <a:pt x="20730" y="22169"/>
                      <a:pt x="21034" y="24175"/>
                    </a:cubicBezTo>
                    <a:cubicBezTo>
                      <a:pt x="21520" y="27336"/>
                      <a:pt x="18238" y="30527"/>
                      <a:pt x="19545" y="33476"/>
                    </a:cubicBezTo>
                    <a:cubicBezTo>
                      <a:pt x="20244" y="35117"/>
                      <a:pt x="22219" y="35968"/>
                      <a:pt x="23040" y="37579"/>
                    </a:cubicBezTo>
                    <a:cubicBezTo>
                      <a:pt x="23709" y="38977"/>
                      <a:pt x="23405" y="40619"/>
                      <a:pt x="23283" y="42139"/>
                    </a:cubicBezTo>
                    <a:cubicBezTo>
                      <a:pt x="23071" y="44175"/>
                      <a:pt x="23344" y="46637"/>
                      <a:pt x="26019" y="47093"/>
                    </a:cubicBezTo>
                    <a:cubicBezTo>
                      <a:pt x="26239" y="47123"/>
                      <a:pt x="26462" y="47139"/>
                      <a:pt x="26684" y="47139"/>
                    </a:cubicBezTo>
                    <a:cubicBezTo>
                      <a:pt x="27351" y="47139"/>
                      <a:pt x="28017" y="47002"/>
                      <a:pt x="28633" y="46728"/>
                    </a:cubicBezTo>
                    <a:lnTo>
                      <a:pt x="47235" y="39129"/>
                    </a:lnTo>
                    <a:cubicBezTo>
                      <a:pt x="45715" y="37792"/>
                      <a:pt x="45806" y="35421"/>
                      <a:pt x="46202" y="33445"/>
                    </a:cubicBezTo>
                    <a:cubicBezTo>
                      <a:pt x="46597" y="31470"/>
                      <a:pt x="47144" y="29281"/>
                      <a:pt x="46141" y="27549"/>
                    </a:cubicBezTo>
                    <a:cubicBezTo>
                      <a:pt x="44864" y="25299"/>
                      <a:pt x="41642" y="24722"/>
                      <a:pt x="40548" y="22381"/>
                    </a:cubicBezTo>
                    <a:cubicBezTo>
                      <a:pt x="39363" y="19859"/>
                      <a:pt x="41338" y="16515"/>
                      <a:pt x="39758" y="14235"/>
                    </a:cubicBezTo>
                    <a:cubicBezTo>
                      <a:pt x="38390" y="12260"/>
                      <a:pt x="35472" y="12503"/>
                      <a:pt x="33253" y="11621"/>
                    </a:cubicBezTo>
                    <a:cubicBezTo>
                      <a:pt x="31217" y="10801"/>
                      <a:pt x="29758" y="9007"/>
                      <a:pt x="28177" y="7488"/>
                    </a:cubicBezTo>
                    <a:cubicBezTo>
                      <a:pt x="23386" y="2938"/>
                      <a:pt x="17644" y="0"/>
                      <a:pt x="11831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29;p22">
                <a:extLst>
                  <a:ext uri="{FF2B5EF4-FFF2-40B4-BE49-F238E27FC236}">
                    <a16:creationId xmlns:a16="http://schemas.microsoft.com/office/drawing/2014/main" id="{8FB35B2D-389C-5DC9-3E05-79294562B4D1}"/>
                  </a:ext>
                </a:extLst>
              </p:cNvPr>
              <p:cNvSpPr/>
              <p:nvPr/>
            </p:nvSpPr>
            <p:spPr>
              <a:xfrm>
                <a:off x="1354119" y="1563654"/>
                <a:ext cx="1337705" cy="1514170"/>
              </a:xfrm>
              <a:custGeom>
                <a:avLst/>
                <a:gdLst/>
                <a:ahLst/>
                <a:cxnLst/>
                <a:rect l="l" t="t" r="r" b="b"/>
                <a:pathLst>
                  <a:path w="35746" h="39789" extrusionOk="0">
                    <a:moveTo>
                      <a:pt x="0" y="1"/>
                    </a:moveTo>
                    <a:cubicBezTo>
                      <a:pt x="0" y="31"/>
                      <a:pt x="0" y="92"/>
                      <a:pt x="31" y="153"/>
                    </a:cubicBezTo>
                    <a:cubicBezTo>
                      <a:pt x="31" y="92"/>
                      <a:pt x="0" y="31"/>
                      <a:pt x="0" y="1"/>
                    </a:cubicBezTo>
                    <a:close/>
                    <a:moveTo>
                      <a:pt x="31" y="153"/>
                    </a:moveTo>
                    <a:cubicBezTo>
                      <a:pt x="61" y="274"/>
                      <a:pt x="92" y="396"/>
                      <a:pt x="152" y="609"/>
                    </a:cubicBezTo>
                    <a:cubicBezTo>
                      <a:pt x="183" y="791"/>
                      <a:pt x="274" y="1034"/>
                      <a:pt x="365" y="1308"/>
                    </a:cubicBezTo>
                    <a:cubicBezTo>
                      <a:pt x="487" y="1581"/>
                      <a:pt x="578" y="1916"/>
                      <a:pt x="760" y="2280"/>
                    </a:cubicBezTo>
                    <a:cubicBezTo>
                      <a:pt x="1611" y="4286"/>
                      <a:pt x="2888" y="6110"/>
                      <a:pt x="4469" y="7600"/>
                    </a:cubicBezTo>
                    <a:cubicBezTo>
                      <a:pt x="5563" y="8663"/>
                      <a:pt x="6809" y="9545"/>
                      <a:pt x="8146" y="10244"/>
                    </a:cubicBezTo>
                    <a:cubicBezTo>
                      <a:pt x="8511" y="10426"/>
                      <a:pt x="8906" y="10639"/>
                      <a:pt x="9271" y="10791"/>
                    </a:cubicBezTo>
                    <a:cubicBezTo>
                      <a:pt x="9666" y="10943"/>
                      <a:pt x="10061" y="11095"/>
                      <a:pt x="10487" y="11247"/>
                    </a:cubicBezTo>
                    <a:cubicBezTo>
                      <a:pt x="11338" y="11490"/>
                      <a:pt x="12189" y="11733"/>
                      <a:pt x="13071" y="11916"/>
                    </a:cubicBezTo>
                    <a:cubicBezTo>
                      <a:pt x="14864" y="12280"/>
                      <a:pt x="16779" y="12493"/>
                      <a:pt x="18724" y="12888"/>
                    </a:cubicBezTo>
                    <a:cubicBezTo>
                      <a:pt x="20639" y="13283"/>
                      <a:pt x="22676" y="13891"/>
                      <a:pt x="24378" y="15077"/>
                    </a:cubicBezTo>
                    <a:cubicBezTo>
                      <a:pt x="26080" y="16262"/>
                      <a:pt x="27417" y="17995"/>
                      <a:pt x="27752" y="19940"/>
                    </a:cubicBezTo>
                    <a:cubicBezTo>
                      <a:pt x="27873" y="20882"/>
                      <a:pt x="27873" y="21855"/>
                      <a:pt x="27691" y="22797"/>
                    </a:cubicBezTo>
                    <a:cubicBezTo>
                      <a:pt x="27569" y="23740"/>
                      <a:pt x="27387" y="24682"/>
                      <a:pt x="27357" y="25594"/>
                    </a:cubicBezTo>
                    <a:cubicBezTo>
                      <a:pt x="27296" y="26506"/>
                      <a:pt x="27417" y="27417"/>
                      <a:pt x="27721" y="28268"/>
                    </a:cubicBezTo>
                    <a:cubicBezTo>
                      <a:pt x="27873" y="28664"/>
                      <a:pt x="28086" y="29028"/>
                      <a:pt x="28360" y="29393"/>
                    </a:cubicBezTo>
                    <a:cubicBezTo>
                      <a:pt x="28664" y="29697"/>
                      <a:pt x="28967" y="29971"/>
                      <a:pt x="29332" y="30183"/>
                    </a:cubicBezTo>
                    <a:cubicBezTo>
                      <a:pt x="30031" y="30579"/>
                      <a:pt x="30730" y="30913"/>
                      <a:pt x="31490" y="31156"/>
                    </a:cubicBezTo>
                    <a:cubicBezTo>
                      <a:pt x="32159" y="31369"/>
                      <a:pt x="32828" y="31703"/>
                      <a:pt x="33405" y="32098"/>
                    </a:cubicBezTo>
                    <a:cubicBezTo>
                      <a:pt x="34439" y="32797"/>
                      <a:pt x="35138" y="33861"/>
                      <a:pt x="35411" y="35077"/>
                    </a:cubicBezTo>
                    <a:cubicBezTo>
                      <a:pt x="35624" y="35959"/>
                      <a:pt x="35563" y="36931"/>
                      <a:pt x="35259" y="37813"/>
                    </a:cubicBezTo>
                    <a:cubicBezTo>
                      <a:pt x="35047" y="38360"/>
                      <a:pt x="34773" y="38877"/>
                      <a:pt x="34378" y="39332"/>
                    </a:cubicBezTo>
                    <a:cubicBezTo>
                      <a:pt x="34256" y="39484"/>
                      <a:pt x="34165" y="39606"/>
                      <a:pt x="34074" y="39667"/>
                    </a:cubicBezTo>
                    <a:cubicBezTo>
                      <a:pt x="34044" y="39697"/>
                      <a:pt x="34013" y="39728"/>
                      <a:pt x="33983" y="39788"/>
                    </a:cubicBezTo>
                    <a:cubicBezTo>
                      <a:pt x="34135" y="39636"/>
                      <a:pt x="34287" y="39515"/>
                      <a:pt x="34408" y="39332"/>
                    </a:cubicBezTo>
                    <a:cubicBezTo>
                      <a:pt x="34803" y="38907"/>
                      <a:pt x="35107" y="38390"/>
                      <a:pt x="35320" y="37813"/>
                    </a:cubicBezTo>
                    <a:cubicBezTo>
                      <a:pt x="35655" y="36931"/>
                      <a:pt x="35746" y="35959"/>
                      <a:pt x="35533" y="35047"/>
                    </a:cubicBezTo>
                    <a:cubicBezTo>
                      <a:pt x="35259" y="33800"/>
                      <a:pt x="34530" y="32706"/>
                      <a:pt x="33496" y="31977"/>
                    </a:cubicBezTo>
                    <a:cubicBezTo>
                      <a:pt x="32889" y="31551"/>
                      <a:pt x="32220" y="31247"/>
                      <a:pt x="31521" y="31004"/>
                    </a:cubicBezTo>
                    <a:cubicBezTo>
                      <a:pt x="30791" y="30761"/>
                      <a:pt x="30062" y="30427"/>
                      <a:pt x="29393" y="30062"/>
                    </a:cubicBezTo>
                    <a:cubicBezTo>
                      <a:pt x="29059" y="29819"/>
                      <a:pt x="28724" y="29576"/>
                      <a:pt x="28481" y="29272"/>
                    </a:cubicBezTo>
                    <a:cubicBezTo>
                      <a:pt x="28208" y="28937"/>
                      <a:pt x="27995" y="28572"/>
                      <a:pt x="27843" y="28208"/>
                    </a:cubicBezTo>
                    <a:cubicBezTo>
                      <a:pt x="27569" y="27357"/>
                      <a:pt x="27448" y="26475"/>
                      <a:pt x="27509" y="25594"/>
                    </a:cubicBezTo>
                    <a:cubicBezTo>
                      <a:pt x="27539" y="24712"/>
                      <a:pt x="27721" y="23770"/>
                      <a:pt x="27843" y="22828"/>
                    </a:cubicBezTo>
                    <a:cubicBezTo>
                      <a:pt x="28025" y="21855"/>
                      <a:pt x="28056" y="20882"/>
                      <a:pt x="27904" y="19910"/>
                    </a:cubicBezTo>
                    <a:cubicBezTo>
                      <a:pt x="27721" y="18876"/>
                      <a:pt x="27296" y="17934"/>
                      <a:pt x="26688" y="17113"/>
                    </a:cubicBezTo>
                    <a:cubicBezTo>
                      <a:pt x="26080" y="16232"/>
                      <a:pt x="25320" y="15502"/>
                      <a:pt x="24439" y="14925"/>
                    </a:cubicBezTo>
                    <a:cubicBezTo>
                      <a:pt x="22676" y="13709"/>
                      <a:pt x="20669" y="13101"/>
                      <a:pt x="18724" y="12706"/>
                    </a:cubicBezTo>
                    <a:cubicBezTo>
                      <a:pt x="16779" y="12311"/>
                      <a:pt x="14864" y="12098"/>
                      <a:pt x="13071" y="11733"/>
                    </a:cubicBezTo>
                    <a:cubicBezTo>
                      <a:pt x="12219" y="11551"/>
                      <a:pt x="11368" y="11338"/>
                      <a:pt x="10517" y="11065"/>
                    </a:cubicBezTo>
                    <a:cubicBezTo>
                      <a:pt x="10092" y="10943"/>
                      <a:pt x="9697" y="10791"/>
                      <a:pt x="9332" y="10639"/>
                    </a:cubicBezTo>
                    <a:cubicBezTo>
                      <a:pt x="8937" y="10457"/>
                      <a:pt x="8572" y="10274"/>
                      <a:pt x="8207" y="10092"/>
                    </a:cubicBezTo>
                    <a:cubicBezTo>
                      <a:pt x="4924" y="8390"/>
                      <a:pt x="2310" y="5624"/>
                      <a:pt x="821" y="2250"/>
                    </a:cubicBezTo>
                    <a:cubicBezTo>
                      <a:pt x="639" y="1885"/>
                      <a:pt x="548" y="1581"/>
                      <a:pt x="426" y="1308"/>
                    </a:cubicBezTo>
                    <a:cubicBezTo>
                      <a:pt x="304" y="1004"/>
                      <a:pt x="244" y="791"/>
                      <a:pt x="183" y="578"/>
                    </a:cubicBezTo>
                    <a:lnTo>
                      <a:pt x="31" y="153"/>
                    </a:lnTo>
                    <a:close/>
                  </a:path>
                </a:pathLst>
              </a:custGeom>
              <a:solidFill>
                <a:srgbClr val="455A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30;p22">
                <a:extLst>
                  <a:ext uri="{FF2B5EF4-FFF2-40B4-BE49-F238E27FC236}">
                    <a16:creationId xmlns:a16="http://schemas.microsoft.com/office/drawing/2014/main" id="{B8D28309-46DD-C243-1CD6-EE10A9AA8E8A}"/>
                  </a:ext>
                </a:extLst>
              </p:cNvPr>
              <p:cNvSpPr/>
              <p:nvPr/>
            </p:nvSpPr>
            <p:spPr>
              <a:xfrm>
                <a:off x="1471288" y="1496563"/>
                <a:ext cx="1462846" cy="1540771"/>
              </a:xfrm>
              <a:custGeom>
                <a:avLst/>
                <a:gdLst/>
                <a:ahLst/>
                <a:cxnLst/>
                <a:rect l="l" t="t" r="r" b="b"/>
                <a:pathLst>
                  <a:path w="39090" h="40488" extrusionOk="0">
                    <a:moveTo>
                      <a:pt x="0" y="1"/>
                    </a:moveTo>
                    <a:cubicBezTo>
                      <a:pt x="31" y="61"/>
                      <a:pt x="61" y="92"/>
                      <a:pt x="91" y="122"/>
                    </a:cubicBezTo>
                    <a:cubicBezTo>
                      <a:pt x="61" y="92"/>
                      <a:pt x="31" y="31"/>
                      <a:pt x="0" y="1"/>
                    </a:cubicBezTo>
                    <a:close/>
                    <a:moveTo>
                      <a:pt x="91" y="122"/>
                    </a:moveTo>
                    <a:lnTo>
                      <a:pt x="395" y="517"/>
                    </a:lnTo>
                    <a:lnTo>
                      <a:pt x="882" y="1125"/>
                    </a:lnTo>
                    <a:cubicBezTo>
                      <a:pt x="1064" y="1338"/>
                      <a:pt x="1307" y="1612"/>
                      <a:pt x="1581" y="1916"/>
                    </a:cubicBezTo>
                    <a:cubicBezTo>
                      <a:pt x="3070" y="3557"/>
                      <a:pt x="4742" y="5046"/>
                      <a:pt x="6566" y="6384"/>
                    </a:cubicBezTo>
                    <a:cubicBezTo>
                      <a:pt x="7842" y="7265"/>
                      <a:pt x="9149" y="8086"/>
                      <a:pt x="10517" y="8846"/>
                    </a:cubicBezTo>
                    <a:cubicBezTo>
                      <a:pt x="12098" y="9666"/>
                      <a:pt x="13709" y="10366"/>
                      <a:pt x="15411" y="10943"/>
                    </a:cubicBezTo>
                    <a:cubicBezTo>
                      <a:pt x="17265" y="11551"/>
                      <a:pt x="19180" y="12007"/>
                      <a:pt x="21156" y="12280"/>
                    </a:cubicBezTo>
                    <a:cubicBezTo>
                      <a:pt x="22159" y="12432"/>
                      <a:pt x="23192" y="12554"/>
                      <a:pt x="24226" y="12736"/>
                    </a:cubicBezTo>
                    <a:cubicBezTo>
                      <a:pt x="25259" y="12919"/>
                      <a:pt x="26262" y="13253"/>
                      <a:pt x="27235" y="13709"/>
                    </a:cubicBezTo>
                    <a:cubicBezTo>
                      <a:pt x="28177" y="14165"/>
                      <a:pt x="28998" y="14864"/>
                      <a:pt x="29606" y="15715"/>
                    </a:cubicBezTo>
                    <a:cubicBezTo>
                      <a:pt x="30153" y="16597"/>
                      <a:pt x="30487" y="17569"/>
                      <a:pt x="30578" y="18603"/>
                    </a:cubicBezTo>
                    <a:cubicBezTo>
                      <a:pt x="30821" y="20609"/>
                      <a:pt x="30578" y="22585"/>
                      <a:pt x="31004" y="24439"/>
                    </a:cubicBezTo>
                    <a:cubicBezTo>
                      <a:pt x="31186" y="25351"/>
                      <a:pt x="31612" y="26202"/>
                      <a:pt x="32189" y="26931"/>
                    </a:cubicBezTo>
                    <a:cubicBezTo>
                      <a:pt x="32736" y="27600"/>
                      <a:pt x="33375" y="28177"/>
                      <a:pt x="34074" y="28694"/>
                    </a:cubicBezTo>
                    <a:cubicBezTo>
                      <a:pt x="34742" y="29180"/>
                      <a:pt x="35411" y="29636"/>
                      <a:pt x="35989" y="30153"/>
                    </a:cubicBezTo>
                    <a:cubicBezTo>
                      <a:pt x="36536" y="30639"/>
                      <a:pt x="37022" y="31187"/>
                      <a:pt x="37448" y="31794"/>
                    </a:cubicBezTo>
                    <a:cubicBezTo>
                      <a:pt x="38147" y="32858"/>
                      <a:pt x="38633" y="34044"/>
                      <a:pt x="38846" y="35290"/>
                    </a:cubicBezTo>
                    <a:cubicBezTo>
                      <a:pt x="38998" y="36232"/>
                      <a:pt x="38998" y="37205"/>
                      <a:pt x="38846" y="38147"/>
                    </a:cubicBezTo>
                    <a:cubicBezTo>
                      <a:pt x="38755" y="38755"/>
                      <a:pt x="38572" y="39333"/>
                      <a:pt x="38360" y="39910"/>
                    </a:cubicBezTo>
                    <a:lnTo>
                      <a:pt x="38177" y="40336"/>
                    </a:lnTo>
                    <a:cubicBezTo>
                      <a:pt x="38147" y="40396"/>
                      <a:pt x="38147" y="40427"/>
                      <a:pt x="38116" y="40488"/>
                    </a:cubicBezTo>
                    <a:cubicBezTo>
                      <a:pt x="38147" y="40427"/>
                      <a:pt x="38177" y="40396"/>
                      <a:pt x="38208" y="40336"/>
                    </a:cubicBezTo>
                    <a:lnTo>
                      <a:pt x="38420" y="39910"/>
                    </a:lnTo>
                    <a:cubicBezTo>
                      <a:pt x="38663" y="39363"/>
                      <a:pt x="38815" y="38755"/>
                      <a:pt x="38937" y="38147"/>
                    </a:cubicBezTo>
                    <a:cubicBezTo>
                      <a:pt x="39089" y="37205"/>
                      <a:pt x="39089" y="36232"/>
                      <a:pt x="38967" y="35260"/>
                    </a:cubicBezTo>
                    <a:cubicBezTo>
                      <a:pt x="38755" y="34013"/>
                      <a:pt x="38299" y="32797"/>
                      <a:pt x="37569" y="31703"/>
                    </a:cubicBezTo>
                    <a:cubicBezTo>
                      <a:pt x="37174" y="31095"/>
                      <a:pt x="36657" y="30518"/>
                      <a:pt x="36110" y="30031"/>
                    </a:cubicBezTo>
                    <a:cubicBezTo>
                      <a:pt x="35502" y="29515"/>
                      <a:pt x="34864" y="29059"/>
                      <a:pt x="34195" y="28542"/>
                    </a:cubicBezTo>
                    <a:cubicBezTo>
                      <a:pt x="33496" y="28056"/>
                      <a:pt x="32858" y="27478"/>
                      <a:pt x="32311" y="26810"/>
                    </a:cubicBezTo>
                    <a:cubicBezTo>
                      <a:pt x="31733" y="26110"/>
                      <a:pt x="31338" y="25290"/>
                      <a:pt x="31156" y="24408"/>
                    </a:cubicBezTo>
                    <a:cubicBezTo>
                      <a:pt x="30761" y="22585"/>
                      <a:pt x="30973" y="20609"/>
                      <a:pt x="30761" y="18572"/>
                    </a:cubicBezTo>
                    <a:cubicBezTo>
                      <a:pt x="30669" y="17509"/>
                      <a:pt x="30335" y="16475"/>
                      <a:pt x="29758" y="15563"/>
                    </a:cubicBezTo>
                    <a:cubicBezTo>
                      <a:pt x="29119" y="14682"/>
                      <a:pt x="28299" y="13952"/>
                      <a:pt x="27295" y="13496"/>
                    </a:cubicBezTo>
                    <a:cubicBezTo>
                      <a:pt x="26323" y="13040"/>
                      <a:pt x="25289" y="12706"/>
                      <a:pt x="24256" y="12524"/>
                    </a:cubicBezTo>
                    <a:cubicBezTo>
                      <a:pt x="23192" y="12341"/>
                      <a:pt x="22159" y="12220"/>
                      <a:pt x="21156" y="12068"/>
                    </a:cubicBezTo>
                    <a:cubicBezTo>
                      <a:pt x="19241" y="11794"/>
                      <a:pt x="17326" y="11338"/>
                      <a:pt x="15472" y="10730"/>
                    </a:cubicBezTo>
                    <a:cubicBezTo>
                      <a:pt x="13800" y="10153"/>
                      <a:pt x="12158" y="9454"/>
                      <a:pt x="10578" y="8663"/>
                    </a:cubicBezTo>
                    <a:cubicBezTo>
                      <a:pt x="9210" y="7934"/>
                      <a:pt x="7903" y="7113"/>
                      <a:pt x="6657" y="6232"/>
                    </a:cubicBezTo>
                    <a:cubicBezTo>
                      <a:pt x="4833" y="4925"/>
                      <a:pt x="3161" y="3466"/>
                      <a:pt x="1611" y="1824"/>
                    </a:cubicBezTo>
                    <a:cubicBezTo>
                      <a:pt x="1368" y="1551"/>
                      <a:pt x="1125" y="1308"/>
                      <a:pt x="912" y="1065"/>
                    </a:cubicBezTo>
                    <a:lnTo>
                      <a:pt x="426" y="487"/>
                    </a:lnTo>
                    <a:lnTo>
                      <a:pt x="91" y="122"/>
                    </a:lnTo>
                    <a:close/>
                  </a:path>
                </a:pathLst>
              </a:custGeom>
              <a:solidFill>
                <a:srgbClr val="455A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BEC66E7-60A4-16B9-B45D-36DCB4291512}"/>
              </a:ext>
            </a:extLst>
          </p:cNvPr>
          <p:cNvGrpSpPr/>
          <p:nvPr/>
        </p:nvGrpSpPr>
        <p:grpSpPr>
          <a:xfrm>
            <a:off x="2723480" y="1887237"/>
            <a:ext cx="1760168" cy="1814435"/>
            <a:chOff x="1896652" y="1803267"/>
            <a:chExt cx="1345029" cy="1380619"/>
          </a:xfrm>
        </p:grpSpPr>
        <p:grpSp>
          <p:nvGrpSpPr>
            <p:cNvPr id="93" name="Google Shape;3030;p34">
              <a:extLst>
                <a:ext uri="{FF2B5EF4-FFF2-40B4-BE49-F238E27FC236}">
                  <a16:creationId xmlns:a16="http://schemas.microsoft.com/office/drawing/2014/main" id="{00A2D080-5428-44EE-7312-4B764DEA6D68}"/>
                </a:ext>
              </a:extLst>
            </p:cNvPr>
            <p:cNvGrpSpPr/>
            <p:nvPr/>
          </p:nvGrpSpPr>
          <p:grpSpPr>
            <a:xfrm flipH="1">
              <a:off x="1905917" y="1803267"/>
              <a:ext cx="1322052" cy="1380619"/>
              <a:chOff x="1636803" y="1579930"/>
              <a:chExt cx="850272" cy="1006655"/>
            </a:xfrm>
          </p:grpSpPr>
          <p:sp>
            <p:nvSpPr>
              <p:cNvPr id="99" name="Google Shape;3031;p34">
                <a:extLst>
                  <a:ext uri="{FF2B5EF4-FFF2-40B4-BE49-F238E27FC236}">
                    <a16:creationId xmlns:a16="http://schemas.microsoft.com/office/drawing/2014/main" id="{56DC2B58-8EAE-5221-1036-820752445568}"/>
                  </a:ext>
                </a:extLst>
              </p:cNvPr>
              <p:cNvSpPr/>
              <p:nvPr/>
            </p:nvSpPr>
            <p:spPr>
              <a:xfrm>
                <a:off x="1790257" y="1684614"/>
                <a:ext cx="574159" cy="545618"/>
              </a:xfrm>
              <a:custGeom>
                <a:avLst/>
                <a:gdLst/>
                <a:ahLst/>
                <a:cxnLst/>
                <a:rect l="l" t="t" r="r" b="b"/>
                <a:pathLst>
                  <a:path w="12774" h="12139" extrusionOk="0">
                    <a:moveTo>
                      <a:pt x="6276" y="1"/>
                    </a:moveTo>
                    <a:cubicBezTo>
                      <a:pt x="5945" y="1"/>
                      <a:pt x="5588" y="33"/>
                      <a:pt x="5203" y="105"/>
                    </a:cubicBezTo>
                    <a:cubicBezTo>
                      <a:pt x="5203" y="105"/>
                      <a:pt x="2323" y="256"/>
                      <a:pt x="1742" y="3113"/>
                    </a:cubicBezTo>
                    <a:cubicBezTo>
                      <a:pt x="1197" y="5830"/>
                      <a:pt x="1429" y="6956"/>
                      <a:pt x="70" y="8965"/>
                    </a:cubicBezTo>
                    <a:cubicBezTo>
                      <a:pt x="35" y="9012"/>
                      <a:pt x="12" y="9070"/>
                      <a:pt x="1" y="9128"/>
                    </a:cubicBezTo>
                    <a:cubicBezTo>
                      <a:pt x="12" y="9186"/>
                      <a:pt x="47" y="9244"/>
                      <a:pt x="94" y="9279"/>
                    </a:cubicBezTo>
                    <a:cubicBezTo>
                      <a:pt x="721" y="9964"/>
                      <a:pt x="1464" y="10533"/>
                      <a:pt x="2277" y="10974"/>
                    </a:cubicBezTo>
                    <a:cubicBezTo>
                      <a:pt x="2358" y="10997"/>
                      <a:pt x="2416" y="11056"/>
                      <a:pt x="2451" y="11137"/>
                    </a:cubicBezTo>
                    <a:cubicBezTo>
                      <a:pt x="2462" y="11183"/>
                      <a:pt x="2462" y="11241"/>
                      <a:pt x="2462" y="11299"/>
                    </a:cubicBezTo>
                    <a:cubicBezTo>
                      <a:pt x="2474" y="11520"/>
                      <a:pt x="2729" y="11636"/>
                      <a:pt x="2950" y="11706"/>
                    </a:cubicBezTo>
                    <a:cubicBezTo>
                      <a:pt x="3954" y="11995"/>
                      <a:pt x="4986" y="12139"/>
                      <a:pt x="6016" y="12139"/>
                    </a:cubicBezTo>
                    <a:cubicBezTo>
                      <a:pt x="7263" y="12139"/>
                      <a:pt x="8508" y="11928"/>
                      <a:pt x="9697" y="11508"/>
                    </a:cubicBezTo>
                    <a:cubicBezTo>
                      <a:pt x="9882" y="11450"/>
                      <a:pt x="10045" y="11357"/>
                      <a:pt x="10184" y="11241"/>
                    </a:cubicBezTo>
                    <a:cubicBezTo>
                      <a:pt x="10138" y="11090"/>
                      <a:pt x="10115" y="10939"/>
                      <a:pt x="10068" y="10777"/>
                    </a:cubicBezTo>
                    <a:cubicBezTo>
                      <a:pt x="11067" y="10568"/>
                      <a:pt x="12147" y="10231"/>
                      <a:pt x="12727" y="9383"/>
                    </a:cubicBezTo>
                    <a:cubicBezTo>
                      <a:pt x="12762" y="9349"/>
                      <a:pt x="12774" y="9291"/>
                      <a:pt x="12774" y="9244"/>
                    </a:cubicBezTo>
                    <a:cubicBezTo>
                      <a:pt x="12762" y="9198"/>
                      <a:pt x="12739" y="9151"/>
                      <a:pt x="12704" y="9116"/>
                    </a:cubicBezTo>
                    <a:cubicBezTo>
                      <a:pt x="11798" y="8199"/>
                      <a:pt x="11171" y="7038"/>
                      <a:pt x="10753" y="5819"/>
                    </a:cubicBezTo>
                    <a:cubicBezTo>
                      <a:pt x="10382" y="4704"/>
                      <a:pt x="10115" y="3566"/>
                      <a:pt x="9952" y="2405"/>
                    </a:cubicBezTo>
                    <a:cubicBezTo>
                      <a:pt x="9906" y="2138"/>
                      <a:pt x="9801" y="1882"/>
                      <a:pt x="9650" y="1661"/>
                    </a:cubicBezTo>
                    <a:cubicBezTo>
                      <a:pt x="9215" y="1058"/>
                      <a:pt x="8174" y="1"/>
                      <a:pt x="6276" y="1"/>
                    </a:cubicBez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3032;p34">
                <a:extLst>
                  <a:ext uri="{FF2B5EF4-FFF2-40B4-BE49-F238E27FC236}">
                    <a16:creationId xmlns:a16="http://schemas.microsoft.com/office/drawing/2014/main" id="{4B285088-76D9-4BE7-C5F8-1F83BB698052}"/>
                  </a:ext>
                </a:extLst>
              </p:cNvPr>
              <p:cNvSpPr/>
              <p:nvPr/>
            </p:nvSpPr>
            <p:spPr>
              <a:xfrm>
                <a:off x="1636803" y="2120434"/>
                <a:ext cx="850272" cy="466151"/>
              </a:xfrm>
              <a:custGeom>
                <a:avLst/>
                <a:gdLst/>
                <a:ahLst/>
                <a:cxnLst/>
                <a:rect l="l" t="t" r="r" b="b"/>
                <a:pathLst>
                  <a:path w="18917" h="10371" extrusionOk="0">
                    <a:moveTo>
                      <a:pt x="7804" y="1"/>
                    </a:moveTo>
                    <a:lnTo>
                      <a:pt x="7665" y="1336"/>
                    </a:lnTo>
                    <a:cubicBezTo>
                      <a:pt x="7607" y="1963"/>
                      <a:pt x="7247" y="2521"/>
                      <a:pt x="6712" y="2846"/>
                    </a:cubicBezTo>
                    <a:cubicBezTo>
                      <a:pt x="6387" y="3020"/>
                      <a:pt x="6062" y="3183"/>
                      <a:pt x="5737" y="3322"/>
                    </a:cubicBezTo>
                    <a:cubicBezTo>
                      <a:pt x="4692" y="3798"/>
                      <a:pt x="3670" y="4297"/>
                      <a:pt x="2660" y="4832"/>
                    </a:cubicBezTo>
                    <a:cubicBezTo>
                      <a:pt x="2277" y="5017"/>
                      <a:pt x="1917" y="5250"/>
                      <a:pt x="1580" y="5517"/>
                    </a:cubicBezTo>
                    <a:cubicBezTo>
                      <a:pt x="918" y="6074"/>
                      <a:pt x="512" y="6898"/>
                      <a:pt x="291" y="7758"/>
                    </a:cubicBezTo>
                    <a:cubicBezTo>
                      <a:pt x="70" y="8605"/>
                      <a:pt x="36" y="9500"/>
                      <a:pt x="1" y="10370"/>
                    </a:cubicBezTo>
                    <a:lnTo>
                      <a:pt x="18917" y="10370"/>
                    </a:lnTo>
                    <a:cubicBezTo>
                      <a:pt x="18870" y="9488"/>
                      <a:pt x="18835" y="8605"/>
                      <a:pt x="18626" y="7758"/>
                    </a:cubicBezTo>
                    <a:cubicBezTo>
                      <a:pt x="18406" y="6898"/>
                      <a:pt x="17999" y="6074"/>
                      <a:pt x="17326" y="5517"/>
                    </a:cubicBezTo>
                    <a:cubicBezTo>
                      <a:pt x="16989" y="5250"/>
                      <a:pt x="16629" y="5017"/>
                      <a:pt x="16257" y="4832"/>
                    </a:cubicBezTo>
                    <a:cubicBezTo>
                      <a:pt x="15247" y="4297"/>
                      <a:pt x="14214" y="3798"/>
                      <a:pt x="13180" y="3322"/>
                    </a:cubicBezTo>
                    <a:cubicBezTo>
                      <a:pt x="12844" y="3183"/>
                      <a:pt x="12518" y="3020"/>
                      <a:pt x="12205" y="2846"/>
                    </a:cubicBezTo>
                    <a:cubicBezTo>
                      <a:pt x="11659" y="2521"/>
                      <a:pt x="11311" y="1963"/>
                      <a:pt x="11241" y="1336"/>
                    </a:cubicBezTo>
                    <a:lnTo>
                      <a:pt x="11113" y="1"/>
                    </a:lnTo>
                    <a:close/>
                  </a:path>
                </a:pathLst>
              </a:custGeom>
              <a:solidFill>
                <a:srgbClr val="F7AE8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3033;p34">
                <a:extLst>
                  <a:ext uri="{FF2B5EF4-FFF2-40B4-BE49-F238E27FC236}">
                    <a16:creationId xmlns:a16="http://schemas.microsoft.com/office/drawing/2014/main" id="{FEE838BF-4F17-924C-0D75-71BC032848FC}"/>
                  </a:ext>
                </a:extLst>
              </p:cNvPr>
              <p:cNvSpPr/>
              <p:nvPr/>
            </p:nvSpPr>
            <p:spPr>
              <a:xfrm>
                <a:off x="1862309" y="1638362"/>
                <a:ext cx="395133" cy="526425"/>
              </a:xfrm>
              <a:custGeom>
                <a:avLst/>
                <a:gdLst/>
                <a:ahLst/>
                <a:cxnLst/>
                <a:rect l="l" t="t" r="r" b="b"/>
                <a:pathLst>
                  <a:path w="8791" h="11712" extrusionOk="0">
                    <a:moveTo>
                      <a:pt x="4263" y="1"/>
                    </a:moveTo>
                    <a:cubicBezTo>
                      <a:pt x="303" y="1"/>
                      <a:pt x="174" y="3956"/>
                      <a:pt x="174" y="3956"/>
                    </a:cubicBezTo>
                    <a:cubicBezTo>
                      <a:pt x="0" y="5837"/>
                      <a:pt x="290" y="7753"/>
                      <a:pt x="999" y="9507"/>
                    </a:cubicBezTo>
                    <a:cubicBezTo>
                      <a:pt x="1289" y="10180"/>
                      <a:pt x="1777" y="10761"/>
                      <a:pt x="2392" y="11167"/>
                    </a:cubicBezTo>
                    <a:cubicBezTo>
                      <a:pt x="2767" y="11416"/>
                      <a:pt x="3505" y="11711"/>
                      <a:pt x="4369" y="11711"/>
                    </a:cubicBezTo>
                    <a:cubicBezTo>
                      <a:pt x="5324" y="11711"/>
                      <a:pt x="6435" y="11351"/>
                      <a:pt x="7385" y="10169"/>
                    </a:cubicBezTo>
                    <a:cubicBezTo>
                      <a:pt x="7757" y="9704"/>
                      <a:pt x="7919" y="9123"/>
                      <a:pt x="8082" y="8554"/>
                    </a:cubicBezTo>
                    <a:cubicBezTo>
                      <a:pt x="8465" y="7173"/>
                      <a:pt x="8790" y="4525"/>
                      <a:pt x="8488" y="2772"/>
                    </a:cubicBezTo>
                    <a:cubicBezTo>
                      <a:pt x="8021" y="157"/>
                      <a:pt x="5403" y="18"/>
                      <a:pt x="4851" y="18"/>
                    </a:cubicBezTo>
                    <a:cubicBezTo>
                      <a:pt x="4786" y="18"/>
                      <a:pt x="4749" y="20"/>
                      <a:pt x="4749" y="20"/>
                    </a:cubicBezTo>
                    <a:cubicBezTo>
                      <a:pt x="4581" y="7"/>
                      <a:pt x="4419" y="1"/>
                      <a:pt x="4263" y="1"/>
                    </a:cubicBezTo>
                    <a:close/>
                  </a:path>
                </a:pathLst>
              </a:custGeom>
              <a:solidFill>
                <a:srgbClr val="F7AE8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3034;p34">
                <a:extLst>
                  <a:ext uri="{FF2B5EF4-FFF2-40B4-BE49-F238E27FC236}">
                    <a16:creationId xmlns:a16="http://schemas.microsoft.com/office/drawing/2014/main" id="{1B8EB7B7-06B0-B08C-1632-0F32F33F8EA9}"/>
                  </a:ext>
                </a:extLst>
              </p:cNvPr>
              <p:cNvSpPr/>
              <p:nvPr/>
            </p:nvSpPr>
            <p:spPr>
              <a:xfrm>
                <a:off x="1964073" y="1881938"/>
                <a:ext cx="30295" cy="38655"/>
              </a:xfrm>
              <a:custGeom>
                <a:avLst/>
                <a:gdLst/>
                <a:ahLst/>
                <a:cxnLst/>
                <a:rect l="l" t="t" r="r" b="b"/>
                <a:pathLst>
                  <a:path w="674" h="860" extrusionOk="0">
                    <a:moveTo>
                      <a:pt x="337" y="0"/>
                    </a:moveTo>
                    <a:cubicBezTo>
                      <a:pt x="151" y="0"/>
                      <a:pt x="0" y="198"/>
                      <a:pt x="0" y="430"/>
                    </a:cubicBezTo>
                    <a:cubicBezTo>
                      <a:pt x="0" y="662"/>
                      <a:pt x="151" y="860"/>
                      <a:pt x="337" y="860"/>
                    </a:cubicBezTo>
                    <a:cubicBezTo>
                      <a:pt x="523" y="860"/>
                      <a:pt x="674" y="662"/>
                      <a:pt x="674" y="430"/>
                    </a:cubicBezTo>
                    <a:cubicBezTo>
                      <a:pt x="674" y="198"/>
                      <a:pt x="523" y="0"/>
                      <a:pt x="337" y="0"/>
                    </a:cubicBezTo>
                    <a:close/>
                  </a:path>
                </a:pathLst>
              </a:custGeom>
              <a:solidFill>
                <a:srgbClr val="2222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3035;p34">
                <a:extLst>
                  <a:ext uri="{FF2B5EF4-FFF2-40B4-BE49-F238E27FC236}">
                    <a16:creationId xmlns:a16="http://schemas.microsoft.com/office/drawing/2014/main" id="{E0C726F9-4A6B-3A81-4F03-5F004B0A58C1}"/>
                  </a:ext>
                </a:extLst>
              </p:cNvPr>
              <p:cNvSpPr/>
              <p:nvPr/>
            </p:nvSpPr>
            <p:spPr>
              <a:xfrm>
                <a:off x="2127955" y="1882432"/>
                <a:ext cx="29800" cy="38160"/>
              </a:xfrm>
              <a:custGeom>
                <a:avLst/>
                <a:gdLst/>
                <a:ahLst/>
                <a:cxnLst/>
                <a:rect l="l" t="t" r="r" b="b"/>
                <a:pathLst>
                  <a:path w="663" h="849" extrusionOk="0">
                    <a:moveTo>
                      <a:pt x="337" y="1"/>
                    </a:moveTo>
                    <a:cubicBezTo>
                      <a:pt x="152" y="1"/>
                      <a:pt x="1" y="187"/>
                      <a:pt x="1" y="419"/>
                    </a:cubicBezTo>
                    <a:cubicBezTo>
                      <a:pt x="1" y="651"/>
                      <a:pt x="140" y="849"/>
                      <a:pt x="337" y="849"/>
                    </a:cubicBezTo>
                    <a:cubicBezTo>
                      <a:pt x="523" y="849"/>
                      <a:pt x="662" y="651"/>
                      <a:pt x="662" y="419"/>
                    </a:cubicBezTo>
                    <a:cubicBezTo>
                      <a:pt x="662" y="187"/>
                      <a:pt x="523" y="1"/>
                      <a:pt x="337" y="1"/>
                    </a:cubicBezTo>
                    <a:close/>
                  </a:path>
                </a:pathLst>
              </a:custGeom>
              <a:solidFill>
                <a:srgbClr val="2222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3036;p34">
                <a:extLst>
                  <a:ext uri="{FF2B5EF4-FFF2-40B4-BE49-F238E27FC236}">
                    <a16:creationId xmlns:a16="http://schemas.microsoft.com/office/drawing/2014/main" id="{91C356B4-4B7F-42DD-425F-8FA4D586DC4F}"/>
                  </a:ext>
                </a:extLst>
              </p:cNvPr>
              <p:cNvSpPr/>
              <p:nvPr/>
            </p:nvSpPr>
            <p:spPr>
              <a:xfrm>
                <a:off x="1940070" y="1809256"/>
                <a:ext cx="68410" cy="23777"/>
              </a:xfrm>
              <a:custGeom>
                <a:avLst/>
                <a:gdLst/>
                <a:ahLst/>
                <a:cxnLst/>
                <a:rect l="l" t="t" r="r" b="b"/>
                <a:pathLst>
                  <a:path w="1522" h="529" extrusionOk="0">
                    <a:moveTo>
                      <a:pt x="1022" y="1"/>
                    </a:moveTo>
                    <a:cubicBezTo>
                      <a:pt x="912" y="1"/>
                      <a:pt x="802" y="13"/>
                      <a:pt x="697" y="38"/>
                    </a:cubicBezTo>
                    <a:cubicBezTo>
                      <a:pt x="453" y="84"/>
                      <a:pt x="221" y="201"/>
                      <a:pt x="35" y="375"/>
                    </a:cubicBezTo>
                    <a:cubicBezTo>
                      <a:pt x="12" y="398"/>
                      <a:pt x="0" y="433"/>
                      <a:pt x="23" y="468"/>
                    </a:cubicBezTo>
                    <a:cubicBezTo>
                      <a:pt x="33" y="506"/>
                      <a:pt x="75" y="529"/>
                      <a:pt x="115" y="529"/>
                    </a:cubicBezTo>
                    <a:cubicBezTo>
                      <a:pt x="123" y="529"/>
                      <a:pt x="132" y="528"/>
                      <a:pt x="140" y="526"/>
                    </a:cubicBezTo>
                    <a:cubicBezTo>
                      <a:pt x="546" y="352"/>
                      <a:pt x="976" y="259"/>
                      <a:pt x="1417" y="235"/>
                    </a:cubicBezTo>
                    <a:lnTo>
                      <a:pt x="1417" y="224"/>
                    </a:lnTo>
                    <a:cubicBezTo>
                      <a:pt x="1510" y="224"/>
                      <a:pt x="1521" y="96"/>
                      <a:pt x="1440" y="61"/>
                    </a:cubicBezTo>
                    <a:cubicBezTo>
                      <a:pt x="1308" y="22"/>
                      <a:pt x="1165" y="1"/>
                      <a:pt x="1022" y="1"/>
                    </a:cubicBezTo>
                    <a:close/>
                  </a:path>
                </a:pathLst>
              </a:custGeom>
              <a:solidFill>
                <a:srgbClr val="2222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3037;p34">
                <a:extLst>
                  <a:ext uri="{FF2B5EF4-FFF2-40B4-BE49-F238E27FC236}">
                    <a16:creationId xmlns:a16="http://schemas.microsoft.com/office/drawing/2014/main" id="{DFE9BE6A-0786-D5F9-A5F4-A0553FDBDBEB}"/>
                  </a:ext>
                </a:extLst>
              </p:cNvPr>
              <p:cNvSpPr/>
              <p:nvPr/>
            </p:nvSpPr>
            <p:spPr>
              <a:xfrm>
                <a:off x="2108268" y="1806245"/>
                <a:ext cx="70478" cy="21170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471" extrusionOk="0">
                    <a:moveTo>
                      <a:pt x="564" y="1"/>
                    </a:moveTo>
                    <a:cubicBezTo>
                      <a:pt x="399" y="1"/>
                      <a:pt x="233" y="31"/>
                      <a:pt x="79" y="93"/>
                    </a:cubicBezTo>
                    <a:lnTo>
                      <a:pt x="79" y="82"/>
                    </a:lnTo>
                    <a:lnTo>
                      <a:pt x="79" y="82"/>
                    </a:lnTo>
                    <a:cubicBezTo>
                      <a:pt x="1" y="115"/>
                      <a:pt x="19" y="245"/>
                      <a:pt x="103" y="245"/>
                    </a:cubicBezTo>
                    <a:cubicBezTo>
                      <a:pt x="106" y="245"/>
                      <a:pt x="110" y="245"/>
                      <a:pt x="113" y="244"/>
                    </a:cubicBezTo>
                    <a:cubicBezTo>
                      <a:pt x="555" y="244"/>
                      <a:pt x="996" y="326"/>
                      <a:pt x="1402" y="465"/>
                    </a:cubicBezTo>
                    <a:cubicBezTo>
                      <a:pt x="1415" y="469"/>
                      <a:pt x="1426" y="471"/>
                      <a:pt x="1437" y="471"/>
                    </a:cubicBezTo>
                    <a:cubicBezTo>
                      <a:pt x="1521" y="471"/>
                      <a:pt x="1567" y="365"/>
                      <a:pt x="1495" y="314"/>
                    </a:cubicBezTo>
                    <a:cubicBezTo>
                      <a:pt x="1298" y="151"/>
                      <a:pt x="1066" y="47"/>
                      <a:pt x="810" y="24"/>
                    </a:cubicBezTo>
                    <a:cubicBezTo>
                      <a:pt x="729" y="8"/>
                      <a:pt x="646" y="1"/>
                      <a:pt x="564" y="1"/>
                    </a:cubicBezTo>
                    <a:close/>
                  </a:path>
                </a:pathLst>
              </a:custGeom>
              <a:solidFill>
                <a:srgbClr val="2222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3038;p34">
                <a:extLst>
                  <a:ext uri="{FF2B5EF4-FFF2-40B4-BE49-F238E27FC236}">
                    <a16:creationId xmlns:a16="http://schemas.microsoft.com/office/drawing/2014/main" id="{6097AFDA-3A3E-EC6F-6A0B-E8415CC2D05E}"/>
                  </a:ext>
                </a:extLst>
              </p:cNvPr>
              <p:cNvSpPr/>
              <p:nvPr/>
            </p:nvSpPr>
            <p:spPr>
              <a:xfrm>
                <a:off x="2035293" y="1882955"/>
                <a:ext cx="39734" cy="97087"/>
              </a:xfrm>
              <a:custGeom>
                <a:avLst/>
                <a:gdLst/>
                <a:ahLst/>
                <a:cxnLst/>
                <a:rect l="l" t="t" r="r" b="b"/>
                <a:pathLst>
                  <a:path w="884" h="2160" extrusionOk="0">
                    <a:moveTo>
                      <a:pt x="698" y="0"/>
                    </a:moveTo>
                    <a:cubicBezTo>
                      <a:pt x="663" y="0"/>
                      <a:pt x="640" y="23"/>
                      <a:pt x="640" y="58"/>
                    </a:cubicBezTo>
                    <a:cubicBezTo>
                      <a:pt x="628" y="395"/>
                      <a:pt x="628" y="720"/>
                      <a:pt x="640" y="1045"/>
                    </a:cubicBezTo>
                    <a:cubicBezTo>
                      <a:pt x="640" y="1208"/>
                      <a:pt x="640" y="1370"/>
                      <a:pt x="651" y="1545"/>
                    </a:cubicBezTo>
                    <a:lnTo>
                      <a:pt x="670" y="1939"/>
                    </a:lnTo>
                    <a:lnTo>
                      <a:pt x="670" y="1939"/>
                    </a:lnTo>
                    <a:cubicBezTo>
                      <a:pt x="479" y="1961"/>
                      <a:pt x="281" y="1991"/>
                      <a:pt x="82" y="2021"/>
                    </a:cubicBezTo>
                    <a:cubicBezTo>
                      <a:pt x="1" y="2044"/>
                      <a:pt x="13" y="2160"/>
                      <a:pt x="94" y="2160"/>
                    </a:cubicBezTo>
                    <a:cubicBezTo>
                      <a:pt x="326" y="2160"/>
                      <a:pt x="558" y="2137"/>
                      <a:pt x="791" y="2125"/>
                    </a:cubicBezTo>
                    <a:cubicBezTo>
                      <a:pt x="837" y="2125"/>
                      <a:pt x="883" y="2079"/>
                      <a:pt x="883" y="2032"/>
                    </a:cubicBezTo>
                    <a:lnTo>
                      <a:pt x="872" y="1533"/>
                    </a:lnTo>
                    <a:cubicBezTo>
                      <a:pt x="860" y="1370"/>
                      <a:pt x="849" y="1208"/>
                      <a:pt x="849" y="1045"/>
                    </a:cubicBezTo>
                    <a:cubicBezTo>
                      <a:pt x="825" y="720"/>
                      <a:pt x="802" y="383"/>
                      <a:pt x="756" y="58"/>
                    </a:cubicBezTo>
                    <a:cubicBezTo>
                      <a:pt x="756" y="23"/>
                      <a:pt x="733" y="0"/>
                      <a:pt x="698" y="0"/>
                    </a:cubicBezTo>
                    <a:close/>
                  </a:path>
                </a:pathLst>
              </a:custGeom>
              <a:solidFill>
                <a:srgbClr val="2222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3039;p34">
                <a:extLst>
                  <a:ext uri="{FF2B5EF4-FFF2-40B4-BE49-F238E27FC236}">
                    <a16:creationId xmlns:a16="http://schemas.microsoft.com/office/drawing/2014/main" id="{2ACCB44B-8181-80FA-1A33-0C8B06D94D1D}"/>
                  </a:ext>
                </a:extLst>
              </p:cNvPr>
              <p:cNvSpPr/>
              <p:nvPr/>
            </p:nvSpPr>
            <p:spPr>
              <a:xfrm>
                <a:off x="1817406" y="1579930"/>
                <a:ext cx="463499" cy="347984"/>
              </a:xfrm>
              <a:custGeom>
                <a:avLst/>
                <a:gdLst/>
                <a:ahLst/>
                <a:cxnLst/>
                <a:rect l="l" t="t" r="r" b="b"/>
                <a:pathLst>
                  <a:path w="10312" h="7742" extrusionOk="0">
                    <a:moveTo>
                      <a:pt x="5425" y="0"/>
                    </a:moveTo>
                    <a:cubicBezTo>
                      <a:pt x="5357" y="0"/>
                      <a:pt x="5294" y="3"/>
                      <a:pt x="5237" y="8"/>
                    </a:cubicBezTo>
                    <a:cubicBezTo>
                      <a:pt x="4285" y="100"/>
                      <a:pt x="3403" y="588"/>
                      <a:pt x="2811" y="1355"/>
                    </a:cubicBezTo>
                    <a:cubicBezTo>
                      <a:pt x="2207" y="1389"/>
                      <a:pt x="1661" y="1749"/>
                      <a:pt x="1255" y="2191"/>
                    </a:cubicBezTo>
                    <a:cubicBezTo>
                      <a:pt x="604" y="2911"/>
                      <a:pt x="209" y="3828"/>
                      <a:pt x="105" y="4792"/>
                    </a:cubicBezTo>
                    <a:cubicBezTo>
                      <a:pt x="0" y="5755"/>
                      <a:pt x="209" y="6719"/>
                      <a:pt x="477" y="7637"/>
                    </a:cubicBezTo>
                    <a:cubicBezTo>
                      <a:pt x="778" y="7602"/>
                      <a:pt x="1057" y="7462"/>
                      <a:pt x="1255" y="7242"/>
                    </a:cubicBezTo>
                    <a:cubicBezTo>
                      <a:pt x="1452" y="7010"/>
                      <a:pt x="1615" y="6754"/>
                      <a:pt x="1719" y="6475"/>
                    </a:cubicBezTo>
                    <a:cubicBezTo>
                      <a:pt x="1928" y="5941"/>
                      <a:pt x="2091" y="5395"/>
                      <a:pt x="2218" y="4838"/>
                    </a:cubicBezTo>
                    <a:cubicBezTo>
                      <a:pt x="2300" y="4548"/>
                      <a:pt x="2381" y="4246"/>
                      <a:pt x="2613" y="4072"/>
                    </a:cubicBezTo>
                    <a:cubicBezTo>
                      <a:pt x="2776" y="3956"/>
                      <a:pt x="2962" y="3874"/>
                      <a:pt x="3159" y="3816"/>
                    </a:cubicBezTo>
                    <a:cubicBezTo>
                      <a:pt x="3565" y="3689"/>
                      <a:pt x="3925" y="3433"/>
                      <a:pt x="4181" y="3096"/>
                    </a:cubicBezTo>
                    <a:cubicBezTo>
                      <a:pt x="4361" y="2851"/>
                      <a:pt x="4512" y="2565"/>
                      <a:pt x="4549" y="2275"/>
                    </a:cubicBezTo>
                    <a:lnTo>
                      <a:pt x="4549" y="2275"/>
                    </a:lnTo>
                    <a:cubicBezTo>
                      <a:pt x="4578" y="2430"/>
                      <a:pt x="4631" y="2581"/>
                      <a:pt x="4703" y="2725"/>
                    </a:cubicBezTo>
                    <a:cubicBezTo>
                      <a:pt x="4843" y="3096"/>
                      <a:pt x="5098" y="3421"/>
                      <a:pt x="5412" y="3654"/>
                    </a:cubicBezTo>
                    <a:cubicBezTo>
                      <a:pt x="5830" y="3921"/>
                      <a:pt x="6341" y="3956"/>
                      <a:pt x="6828" y="4048"/>
                    </a:cubicBezTo>
                    <a:cubicBezTo>
                      <a:pt x="7420" y="4165"/>
                      <a:pt x="7978" y="4408"/>
                      <a:pt x="8477" y="4745"/>
                    </a:cubicBezTo>
                    <a:cubicBezTo>
                      <a:pt x="8628" y="4838"/>
                      <a:pt x="8767" y="4954"/>
                      <a:pt x="8895" y="5094"/>
                    </a:cubicBezTo>
                    <a:cubicBezTo>
                      <a:pt x="9255" y="5500"/>
                      <a:pt x="9360" y="6069"/>
                      <a:pt x="9453" y="6615"/>
                    </a:cubicBezTo>
                    <a:cubicBezTo>
                      <a:pt x="9499" y="6986"/>
                      <a:pt x="9534" y="7358"/>
                      <a:pt x="9545" y="7741"/>
                    </a:cubicBezTo>
                    <a:cubicBezTo>
                      <a:pt x="10045" y="7358"/>
                      <a:pt x="10277" y="6661"/>
                      <a:pt x="10289" y="6046"/>
                    </a:cubicBezTo>
                    <a:cubicBezTo>
                      <a:pt x="10312" y="4966"/>
                      <a:pt x="10231" y="3874"/>
                      <a:pt x="9859" y="2864"/>
                    </a:cubicBezTo>
                    <a:cubicBezTo>
                      <a:pt x="9007" y="636"/>
                      <a:pt x="6511" y="0"/>
                      <a:pt x="5425" y="0"/>
                    </a:cubicBezTo>
                    <a:close/>
                  </a:path>
                </a:pathLst>
              </a:cu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08" name="Google Shape;3040;p34">
                <a:extLst>
                  <a:ext uri="{FF2B5EF4-FFF2-40B4-BE49-F238E27FC236}">
                    <a16:creationId xmlns:a16="http://schemas.microsoft.com/office/drawing/2014/main" id="{92BCAD03-DA30-0B45-4E78-91C95FF23EE2}"/>
                  </a:ext>
                </a:extLst>
              </p:cNvPr>
              <p:cNvSpPr/>
              <p:nvPr/>
            </p:nvSpPr>
            <p:spPr>
              <a:xfrm>
                <a:off x="2231292" y="1898029"/>
                <a:ext cx="69489" cy="97356"/>
              </a:xfrm>
              <a:custGeom>
                <a:avLst/>
                <a:gdLst/>
                <a:ahLst/>
                <a:cxnLst/>
                <a:rect l="l" t="t" r="r" b="b"/>
                <a:pathLst>
                  <a:path w="1546" h="2166" extrusionOk="0">
                    <a:moveTo>
                      <a:pt x="934" y="0"/>
                    </a:moveTo>
                    <a:cubicBezTo>
                      <a:pt x="841" y="0"/>
                      <a:pt x="748" y="24"/>
                      <a:pt x="663" y="72"/>
                    </a:cubicBezTo>
                    <a:cubicBezTo>
                      <a:pt x="488" y="165"/>
                      <a:pt x="175" y="502"/>
                      <a:pt x="1" y="699"/>
                    </a:cubicBezTo>
                    <a:lnTo>
                      <a:pt x="12" y="1953"/>
                    </a:lnTo>
                    <a:cubicBezTo>
                      <a:pt x="125" y="2091"/>
                      <a:pt x="295" y="2165"/>
                      <a:pt x="471" y="2165"/>
                    </a:cubicBezTo>
                    <a:cubicBezTo>
                      <a:pt x="531" y="2165"/>
                      <a:pt x="592" y="2157"/>
                      <a:pt x="651" y="2139"/>
                    </a:cubicBezTo>
                    <a:cubicBezTo>
                      <a:pt x="825" y="2058"/>
                      <a:pt x="976" y="1930"/>
                      <a:pt x="1069" y="1779"/>
                    </a:cubicBezTo>
                    <a:cubicBezTo>
                      <a:pt x="1359" y="1384"/>
                      <a:pt x="1545" y="873"/>
                      <a:pt x="1417" y="409"/>
                    </a:cubicBezTo>
                    <a:cubicBezTo>
                      <a:pt x="1394" y="281"/>
                      <a:pt x="1324" y="176"/>
                      <a:pt x="1243" y="95"/>
                    </a:cubicBezTo>
                    <a:cubicBezTo>
                      <a:pt x="1149" y="32"/>
                      <a:pt x="1042" y="0"/>
                      <a:pt x="934" y="0"/>
                    </a:cubicBezTo>
                    <a:close/>
                  </a:path>
                </a:pathLst>
              </a:custGeom>
              <a:solidFill>
                <a:srgbClr val="F7AE8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3041;p34">
                <a:extLst>
                  <a:ext uri="{FF2B5EF4-FFF2-40B4-BE49-F238E27FC236}">
                    <a16:creationId xmlns:a16="http://schemas.microsoft.com/office/drawing/2014/main" id="{217425A0-3E6D-6154-53A5-36D61F274A14}"/>
                  </a:ext>
                </a:extLst>
              </p:cNvPr>
              <p:cNvSpPr/>
              <p:nvPr/>
            </p:nvSpPr>
            <p:spPr>
              <a:xfrm>
                <a:off x="2234618" y="1919515"/>
                <a:ext cx="42116" cy="43644"/>
              </a:xfrm>
              <a:custGeom>
                <a:avLst/>
                <a:gdLst/>
                <a:ahLst/>
                <a:cxnLst/>
                <a:rect l="l" t="t" r="r" b="b"/>
                <a:pathLst>
                  <a:path w="937" h="971" extrusionOk="0">
                    <a:moveTo>
                      <a:pt x="902" y="0"/>
                    </a:moveTo>
                    <a:cubicBezTo>
                      <a:pt x="472" y="151"/>
                      <a:pt x="147" y="500"/>
                      <a:pt x="8" y="941"/>
                    </a:cubicBezTo>
                    <a:cubicBezTo>
                      <a:pt x="1" y="956"/>
                      <a:pt x="17" y="970"/>
                      <a:pt x="32" y="970"/>
                    </a:cubicBezTo>
                    <a:cubicBezTo>
                      <a:pt x="41" y="970"/>
                      <a:pt x="50" y="965"/>
                      <a:pt x="54" y="952"/>
                    </a:cubicBezTo>
                    <a:cubicBezTo>
                      <a:pt x="217" y="558"/>
                      <a:pt x="531" y="233"/>
                      <a:pt x="925" y="47"/>
                    </a:cubicBezTo>
                    <a:cubicBezTo>
                      <a:pt x="937" y="35"/>
                      <a:pt x="937" y="24"/>
                      <a:pt x="937" y="12"/>
                    </a:cubicBezTo>
                    <a:cubicBezTo>
                      <a:pt x="925" y="0"/>
                      <a:pt x="914" y="0"/>
                      <a:pt x="902" y="0"/>
                    </a:cubicBezTo>
                    <a:close/>
                  </a:path>
                </a:pathLst>
              </a:custGeom>
              <a:solidFill>
                <a:srgbClr val="DA806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3042;p34">
                <a:extLst>
                  <a:ext uri="{FF2B5EF4-FFF2-40B4-BE49-F238E27FC236}">
                    <a16:creationId xmlns:a16="http://schemas.microsoft.com/office/drawing/2014/main" id="{E8908DD3-9939-8FC5-B1E2-CFAD0C236D25}"/>
                  </a:ext>
                </a:extLst>
              </p:cNvPr>
              <p:cNvSpPr/>
              <p:nvPr/>
            </p:nvSpPr>
            <p:spPr>
              <a:xfrm>
                <a:off x="2248012" y="1939472"/>
                <a:ext cx="15192" cy="39599"/>
              </a:xfrm>
              <a:custGeom>
                <a:avLst/>
                <a:gdLst/>
                <a:ahLst/>
                <a:cxnLst/>
                <a:rect l="l" t="t" r="r" b="b"/>
                <a:pathLst>
                  <a:path w="338" h="881" extrusionOk="0">
                    <a:moveTo>
                      <a:pt x="29" y="0"/>
                    </a:moveTo>
                    <a:cubicBezTo>
                      <a:pt x="24" y="0"/>
                      <a:pt x="18" y="3"/>
                      <a:pt x="12" y="9"/>
                    </a:cubicBezTo>
                    <a:cubicBezTo>
                      <a:pt x="0" y="21"/>
                      <a:pt x="0" y="32"/>
                      <a:pt x="12" y="44"/>
                    </a:cubicBezTo>
                    <a:cubicBezTo>
                      <a:pt x="174" y="276"/>
                      <a:pt x="244" y="567"/>
                      <a:pt x="221" y="845"/>
                    </a:cubicBezTo>
                    <a:cubicBezTo>
                      <a:pt x="221" y="857"/>
                      <a:pt x="221" y="868"/>
                      <a:pt x="233" y="880"/>
                    </a:cubicBezTo>
                    <a:cubicBezTo>
                      <a:pt x="244" y="880"/>
                      <a:pt x="256" y="868"/>
                      <a:pt x="267" y="857"/>
                    </a:cubicBezTo>
                    <a:cubicBezTo>
                      <a:pt x="337" y="555"/>
                      <a:pt x="256" y="241"/>
                      <a:pt x="47" y="9"/>
                    </a:cubicBezTo>
                    <a:cubicBezTo>
                      <a:pt x="41" y="3"/>
                      <a:pt x="35" y="0"/>
                      <a:pt x="29" y="0"/>
                    </a:cubicBezTo>
                    <a:close/>
                  </a:path>
                </a:pathLst>
              </a:custGeom>
              <a:solidFill>
                <a:srgbClr val="DA806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3043;p34">
                <a:extLst>
                  <a:ext uri="{FF2B5EF4-FFF2-40B4-BE49-F238E27FC236}">
                    <a16:creationId xmlns:a16="http://schemas.microsoft.com/office/drawing/2014/main" id="{D41D1501-F73B-2ED7-B766-9A409F076C4F}"/>
                  </a:ext>
                </a:extLst>
              </p:cNvPr>
              <p:cNvSpPr/>
              <p:nvPr/>
            </p:nvSpPr>
            <p:spPr>
              <a:xfrm>
                <a:off x="1812686" y="1897535"/>
                <a:ext cx="69489" cy="97311"/>
              </a:xfrm>
              <a:custGeom>
                <a:avLst/>
                <a:gdLst/>
                <a:ahLst/>
                <a:cxnLst/>
                <a:rect l="l" t="t" r="r" b="b"/>
                <a:pathLst>
                  <a:path w="1546" h="2165" extrusionOk="0">
                    <a:moveTo>
                      <a:pt x="608" y="1"/>
                    </a:moveTo>
                    <a:cubicBezTo>
                      <a:pt x="499" y="1"/>
                      <a:pt x="392" y="36"/>
                      <a:pt x="303" y="106"/>
                    </a:cubicBezTo>
                    <a:cubicBezTo>
                      <a:pt x="210" y="187"/>
                      <a:pt x="152" y="292"/>
                      <a:pt x="129" y="420"/>
                    </a:cubicBezTo>
                    <a:cubicBezTo>
                      <a:pt x="1" y="884"/>
                      <a:pt x="198" y="1395"/>
                      <a:pt x="489" y="1790"/>
                    </a:cubicBezTo>
                    <a:cubicBezTo>
                      <a:pt x="593" y="1941"/>
                      <a:pt x="732" y="2057"/>
                      <a:pt x="907" y="2138"/>
                    </a:cubicBezTo>
                    <a:cubicBezTo>
                      <a:pt x="965" y="2156"/>
                      <a:pt x="1026" y="2165"/>
                      <a:pt x="1085" y="2165"/>
                    </a:cubicBezTo>
                    <a:cubicBezTo>
                      <a:pt x="1261" y="2165"/>
                      <a:pt x="1433" y="2088"/>
                      <a:pt x="1545" y="1941"/>
                    </a:cubicBezTo>
                    <a:lnTo>
                      <a:pt x="1534" y="698"/>
                    </a:lnTo>
                    <a:cubicBezTo>
                      <a:pt x="1371" y="501"/>
                      <a:pt x="1058" y="153"/>
                      <a:pt x="872" y="71"/>
                    </a:cubicBezTo>
                    <a:cubicBezTo>
                      <a:pt x="788" y="24"/>
                      <a:pt x="698" y="1"/>
                      <a:pt x="608" y="1"/>
                    </a:cubicBezTo>
                    <a:close/>
                  </a:path>
                </a:pathLst>
              </a:custGeom>
              <a:solidFill>
                <a:srgbClr val="F7AE8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3044;p34">
                <a:extLst>
                  <a:ext uri="{FF2B5EF4-FFF2-40B4-BE49-F238E27FC236}">
                    <a16:creationId xmlns:a16="http://schemas.microsoft.com/office/drawing/2014/main" id="{C1F33E1F-CB7F-130C-9CA9-8C9F39607F15}"/>
                  </a:ext>
                </a:extLst>
              </p:cNvPr>
              <p:cNvSpPr/>
              <p:nvPr/>
            </p:nvSpPr>
            <p:spPr>
              <a:xfrm>
                <a:off x="1836194" y="1919290"/>
                <a:ext cx="42835" cy="43060"/>
              </a:xfrm>
              <a:custGeom>
                <a:avLst/>
                <a:gdLst/>
                <a:ahLst/>
                <a:cxnLst/>
                <a:rect l="l" t="t" r="r" b="b"/>
                <a:pathLst>
                  <a:path w="953" h="958" extrusionOk="0">
                    <a:moveTo>
                      <a:pt x="24" y="0"/>
                    </a:moveTo>
                    <a:cubicBezTo>
                      <a:pt x="17" y="0"/>
                      <a:pt x="12" y="5"/>
                      <a:pt x="12" y="5"/>
                    </a:cubicBezTo>
                    <a:cubicBezTo>
                      <a:pt x="0" y="17"/>
                      <a:pt x="12" y="40"/>
                      <a:pt x="24" y="40"/>
                    </a:cubicBezTo>
                    <a:cubicBezTo>
                      <a:pt x="419" y="226"/>
                      <a:pt x="732" y="539"/>
                      <a:pt x="906" y="946"/>
                    </a:cubicBezTo>
                    <a:cubicBezTo>
                      <a:pt x="906" y="957"/>
                      <a:pt x="918" y="957"/>
                      <a:pt x="929" y="957"/>
                    </a:cubicBezTo>
                    <a:cubicBezTo>
                      <a:pt x="941" y="957"/>
                      <a:pt x="953" y="934"/>
                      <a:pt x="941" y="923"/>
                    </a:cubicBezTo>
                    <a:cubicBezTo>
                      <a:pt x="802" y="493"/>
                      <a:pt x="465" y="145"/>
                      <a:pt x="35" y="5"/>
                    </a:cubicBezTo>
                    <a:cubicBezTo>
                      <a:pt x="31" y="1"/>
                      <a:pt x="28" y="0"/>
                      <a:pt x="24" y="0"/>
                    </a:cubicBezTo>
                    <a:close/>
                  </a:path>
                </a:pathLst>
              </a:custGeom>
              <a:solidFill>
                <a:srgbClr val="DA806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3045;p34">
                <a:extLst>
                  <a:ext uri="{FF2B5EF4-FFF2-40B4-BE49-F238E27FC236}">
                    <a16:creationId xmlns:a16="http://schemas.microsoft.com/office/drawing/2014/main" id="{D0B6E544-6695-E11A-94BC-8253045099D1}"/>
                  </a:ext>
                </a:extLst>
              </p:cNvPr>
              <p:cNvSpPr/>
              <p:nvPr/>
            </p:nvSpPr>
            <p:spPr>
              <a:xfrm>
                <a:off x="1850803" y="1938932"/>
                <a:ext cx="14653" cy="39599"/>
              </a:xfrm>
              <a:custGeom>
                <a:avLst/>
                <a:gdLst/>
                <a:ahLst/>
                <a:cxnLst/>
                <a:rect l="l" t="t" r="r" b="b"/>
                <a:pathLst>
                  <a:path w="326" h="881" extrusionOk="0">
                    <a:moveTo>
                      <a:pt x="297" y="1"/>
                    </a:moveTo>
                    <a:cubicBezTo>
                      <a:pt x="291" y="1"/>
                      <a:pt x="285" y="4"/>
                      <a:pt x="279" y="10"/>
                    </a:cubicBezTo>
                    <a:cubicBezTo>
                      <a:pt x="82" y="242"/>
                      <a:pt x="1" y="555"/>
                      <a:pt x="70" y="857"/>
                    </a:cubicBezTo>
                    <a:cubicBezTo>
                      <a:pt x="70" y="869"/>
                      <a:pt x="82" y="880"/>
                      <a:pt x="94" y="880"/>
                    </a:cubicBezTo>
                    <a:cubicBezTo>
                      <a:pt x="105" y="869"/>
                      <a:pt x="117" y="869"/>
                      <a:pt x="117" y="846"/>
                    </a:cubicBezTo>
                    <a:cubicBezTo>
                      <a:pt x="82" y="567"/>
                      <a:pt x="163" y="277"/>
                      <a:pt x="314" y="33"/>
                    </a:cubicBezTo>
                    <a:cubicBezTo>
                      <a:pt x="326" y="33"/>
                      <a:pt x="326" y="21"/>
                      <a:pt x="314" y="10"/>
                    </a:cubicBezTo>
                    <a:cubicBezTo>
                      <a:pt x="308" y="4"/>
                      <a:pt x="303" y="1"/>
                      <a:pt x="297" y="1"/>
                    </a:cubicBezTo>
                    <a:close/>
                  </a:path>
                </a:pathLst>
              </a:custGeom>
              <a:solidFill>
                <a:srgbClr val="DA806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3046;p34">
                <a:extLst>
                  <a:ext uri="{FF2B5EF4-FFF2-40B4-BE49-F238E27FC236}">
                    <a16:creationId xmlns:a16="http://schemas.microsoft.com/office/drawing/2014/main" id="{BA512FEC-9375-85D7-86EF-9CCE350AC210}"/>
                  </a:ext>
                </a:extLst>
              </p:cNvPr>
              <p:cNvSpPr/>
              <p:nvPr/>
            </p:nvSpPr>
            <p:spPr>
              <a:xfrm>
                <a:off x="1983895" y="2144481"/>
                <a:ext cx="154530" cy="42790"/>
              </a:xfrm>
              <a:custGeom>
                <a:avLst/>
                <a:gdLst/>
                <a:ahLst/>
                <a:cxnLst/>
                <a:rect l="l" t="t" r="r" b="b"/>
                <a:pathLst>
                  <a:path w="3438" h="952" extrusionOk="0">
                    <a:moveTo>
                      <a:pt x="3438" y="0"/>
                    </a:moveTo>
                    <a:cubicBezTo>
                      <a:pt x="2793" y="298"/>
                      <a:pt x="2145" y="391"/>
                      <a:pt x="1588" y="391"/>
                    </a:cubicBezTo>
                    <a:cubicBezTo>
                      <a:pt x="671" y="391"/>
                      <a:pt x="1" y="139"/>
                      <a:pt x="1" y="139"/>
                    </a:cubicBezTo>
                    <a:lnTo>
                      <a:pt x="1" y="139"/>
                    </a:lnTo>
                    <a:cubicBezTo>
                      <a:pt x="587" y="745"/>
                      <a:pt x="1148" y="951"/>
                      <a:pt x="1641" y="951"/>
                    </a:cubicBezTo>
                    <a:cubicBezTo>
                      <a:pt x="2697" y="951"/>
                      <a:pt x="3438" y="0"/>
                      <a:pt x="3438" y="0"/>
                    </a:cubicBezTo>
                    <a:close/>
                  </a:path>
                </a:pathLst>
              </a:custGeom>
              <a:solidFill>
                <a:srgbClr val="2222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3047;p34">
                <a:extLst>
                  <a:ext uri="{FF2B5EF4-FFF2-40B4-BE49-F238E27FC236}">
                    <a16:creationId xmlns:a16="http://schemas.microsoft.com/office/drawing/2014/main" id="{568016B4-15E1-AC97-988F-C6301822BEC9}"/>
                  </a:ext>
                </a:extLst>
              </p:cNvPr>
              <p:cNvSpPr/>
              <p:nvPr/>
            </p:nvSpPr>
            <p:spPr>
              <a:xfrm>
                <a:off x="2236191" y="1980555"/>
                <a:ext cx="33801" cy="28362"/>
              </a:xfrm>
              <a:custGeom>
                <a:avLst/>
                <a:gdLst/>
                <a:ahLst/>
                <a:cxnLst/>
                <a:rect l="l" t="t" r="r" b="b"/>
                <a:pathLst>
                  <a:path w="752" h="631" extrusionOk="0">
                    <a:moveTo>
                      <a:pt x="401" y="0"/>
                    </a:moveTo>
                    <a:cubicBezTo>
                      <a:pt x="294" y="0"/>
                      <a:pt x="187" y="54"/>
                      <a:pt x="124" y="163"/>
                    </a:cubicBezTo>
                    <a:cubicBezTo>
                      <a:pt x="1" y="379"/>
                      <a:pt x="168" y="630"/>
                      <a:pt x="392" y="630"/>
                    </a:cubicBezTo>
                    <a:cubicBezTo>
                      <a:pt x="422" y="630"/>
                      <a:pt x="453" y="626"/>
                      <a:pt x="484" y="616"/>
                    </a:cubicBezTo>
                    <a:cubicBezTo>
                      <a:pt x="658" y="570"/>
                      <a:pt x="751" y="396"/>
                      <a:pt x="705" y="233"/>
                    </a:cubicBezTo>
                    <a:cubicBezTo>
                      <a:pt x="660" y="80"/>
                      <a:pt x="531" y="0"/>
                      <a:pt x="40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3048;p34">
                <a:extLst>
                  <a:ext uri="{FF2B5EF4-FFF2-40B4-BE49-F238E27FC236}">
                    <a16:creationId xmlns:a16="http://schemas.microsoft.com/office/drawing/2014/main" id="{8F86B8D2-1BC3-913C-6E87-61809D3D03C2}"/>
                  </a:ext>
                </a:extLst>
              </p:cNvPr>
              <p:cNvSpPr/>
              <p:nvPr/>
            </p:nvSpPr>
            <p:spPr>
              <a:xfrm>
                <a:off x="1842667" y="1981094"/>
                <a:ext cx="33756" cy="28317"/>
              </a:xfrm>
              <a:custGeom>
                <a:avLst/>
                <a:gdLst/>
                <a:ahLst/>
                <a:cxnLst/>
                <a:rect l="l" t="t" r="r" b="b"/>
                <a:pathLst>
                  <a:path w="751" h="630" extrusionOk="0">
                    <a:moveTo>
                      <a:pt x="400" y="0"/>
                    </a:moveTo>
                    <a:cubicBezTo>
                      <a:pt x="294" y="0"/>
                      <a:pt x="186" y="53"/>
                      <a:pt x="124" y="163"/>
                    </a:cubicBezTo>
                    <a:cubicBezTo>
                      <a:pt x="1" y="378"/>
                      <a:pt x="158" y="630"/>
                      <a:pt x="389" y="630"/>
                    </a:cubicBezTo>
                    <a:cubicBezTo>
                      <a:pt x="419" y="630"/>
                      <a:pt x="451" y="625"/>
                      <a:pt x="484" y="616"/>
                    </a:cubicBezTo>
                    <a:cubicBezTo>
                      <a:pt x="646" y="570"/>
                      <a:pt x="751" y="395"/>
                      <a:pt x="704" y="233"/>
                    </a:cubicBezTo>
                    <a:cubicBezTo>
                      <a:pt x="659" y="80"/>
                      <a:pt x="531" y="0"/>
                      <a:pt x="40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3049;p34">
                <a:extLst>
                  <a:ext uri="{FF2B5EF4-FFF2-40B4-BE49-F238E27FC236}">
                    <a16:creationId xmlns:a16="http://schemas.microsoft.com/office/drawing/2014/main" id="{5CFDEF05-2484-59BF-20F2-F157426E89AE}"/>
                  </a:ext>
                </a:extLst>
              </p:cNvPr>
              <p:cNvSpPr/>
              <p:nvPr/>
            </p:nvSpPr>
            <p:spPr>
              <a:xfrm>
                <a:off x="2012807" y="2031496"/>
                <a:ext cx="80750" cy="15050"/>
              </a:xfrm>
              <a:custGeom>
                <a:avLst/>
                <a:gdLst/>
                <a:ahLst/>
                <a:cxnLst/>
                <a:rect l="l" t="t" r="r" b="b"/>
                <a:pathLst>
                  <a:path w="3230" h="602" extrusionOk="0">
                    <a:moveTo>
                      <a:pt x="20" y="114"/>
                    </a:moveTo>
                    <a:cubicBezTo>
                      <a:pt x="233" y="20"/>
                      <a:pt x="2861" y="-44"/>
                      <a:pt x="3174" y="37"/>
                    </a:cubicBezTo>
                    <a:cubicBezTo>
                      <a:pt x="3487" y="118"/>
                      <a:pt x="2424" y="589"/>
                      <a:pt x="1898" y="602"/>
                    </a:cubicBezTo>
                    <a:cubicBezTo>
                      <a:pt x="1372" y="615"/>
                      <a:pt x="-193" y="208"/>
                      <a:pt x="20" y="11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94" name="Google Shape;3050;p34">
              <a:extLst>
                <a:ext uri="{FF2B5EF4-FFF2-40B4-BE49-F238E27FC236}">
                  <a16:creationId xmlns:a16="http://schemas.microsoft.com/office/drawing/2014/main" id="{A21C0760-3D3E-5FBF-1F50-9B27C900456B}"/>
                </a:ext>
              </a:extLst>
            </p:cNvPr>
            <p:cNvGrpSpPr/>
            <p:nvPr/>
          </p:nvGrpSpPr>
          <p:grpSpPr>
            <a:xfrm>
              <a:off x="1896652" y="2772210"/>
              <a:ext cx="1345029" cy="410520"/>
              <a:chOff x="1812640" y="3123868"/>
              <a:chExt cx="748354" cy="255170"/>
            </a:xfrm>
          </p:grpSpPr>
          <p:sp>
            <p:nvSpPr>
              <p:cNvPr id="95" name="Google Shape;3051;p34">
                <a:extLst>
                  <a:ext uri="{FF2B5EF4-FFF2-40B4-BE49-F238E27FC236}">
                    <a16:creationId xmlns:a16="http://schemas.microsoft.com/office/drawing/2014/main" id="{7FDFC830-9789-09AE-C2AD-A8A5CB466596}"/>
                  </a:ext>
                </a:extLst>
              </p:cNvPr>
              <p:cNvSpPr/>
              <p:nvPr/>
            </p:nvSpPr>
            <p:spPr>
              <a:xfrm flipH="1">
                <a:off x="1812640" y="3123868"/>
                <a:ext cx="748354" cy="255165"/>
              </a:xfrm>
              <a:custGeom>
                <a:avLst/>
                <a:gdLst/>
                <a:ahLst/>
                <a:cxnLst/>
                <a:rect l="l" t="t" r="r" b="b"/>
                <a:pathLst>
                  <a:path w="18905" h="6446" extrusionOk="0">
                    <a:moveTo>
                      <a:pt x="4459" y="1"/>
                    </a:moveTo>
                    <a:cubicBezTo>
                      <a:pt x="4461" y="2"/>
                      <a:pt x="4463" y="3"/>
                      <a:pt x="4465" y="4"/>
                    </a:cubicBezTo>
                    <a:lnTo>
                      <a:pt x="4465" y="4"/>
                    </a:lnTo>
                    <a:cubicBezTo>
                      <a:pt x="4467" y="3"/>
                      <a:pt x="4469" y="2"/>
                      <a:pt x="4471" y="1"/>
                    </a:cubicBezTo>
                    <a:close/>
                    <a:moveTo>
                      <a:pt x="4465" y="4"/>
                    </a:moveTo>
                    <a:cubicBezTo>
                      <a:pt x="3852" y="293"/>
                      <a:pt x="3250" y="594"/>
                      <a:pt x="2659" y="918"/>
                    </a:cubicBezTo>
                    <a:cubicBezTo>
                      <a:pt x="2276" y="1104"/>
                      <a:pt x="1916" y="1336"/>
                      <a:pt x="1579" y="1592"/>
                    </a:cubicBezTo>
                    <a:cubicBezTo>
                      <a:pt x="918" y="2161"/>
                      <a:pt x="499" y="2985"/>
                      <a:pt x="290" y="3833"/>
                    </a:cubicBezTo>
                    <a:cubicBezTo>
                      <a:pt x="70" y="4680"/>
                      <a:pt x="35" y="5575"/>
                      <a:pt x="0" y="6445"/>
                    </a:cubicBezTo>
                    <a:lnTo>
                      <a:pt x="18904" y="6445"/>
                    </a:lnTo>
                    <a:cubicBezTo>
                      <a:pt x="18870" y="5575"/>
                      <a:pt x="18835" y="4692"/>
                      <a:pt x="18614" y="3833"/>
                    </a:cubicBezTo>
                    <a:cubicBezTo>
                      <a:pt x="18394" y="2985"/>
                      <a:pt x="17999" y="2161"/>
                      <a:pt x="17325" y="1592"/>
                    </a:cubicBezTo>
                    <a:cubicBezTo>
                      <a:pt x="16988" y="1336"/>
                      <a:pt x="16628" y="1104"/>
                      <a:pt x="16245" y="918"/>
                    </a:cubicBezTo>
                    <a:cubicBezTo>
                      <a:pt x="15665" y="605"/>
                      <a:pt x="15084" y="314"/>
                      <a:pt x="14504" y="24"/>
                    </a:cubicBezTo>
                    <a:cubicBezTo>
                      <a:pt x="14504" y="24"/>
                      <a:pt x="13673" y="595"/>
                      <a:pt x="10236" y="595"/>
                    </a:cubicBezTo>
                    <a:cubicBezTo>
                      <a:pt x="10106" y="595"/>
                      <a:pt x="9973" y="595"/>
                      <a:pt x="9835" y="593"/>
                    </a:cubicBezTo>
                    <a:lnTo>
                      <a:pt x="9290" y="2312"/>
                    </a:lnTo>
                    <a:lnTo>
                      <a:pt x="8674" y="593"/>
                    </a:lnTo>
                    <a:cubicBezTo>
                      <a:pt x="8674" y="593"/>
                      <a:pt x="8244" y="675"/>
                      <a:pt x="7582" y="675"/>
                    </a:cubicBezTo>
                    <a:cubicBezTo>
                      <a:pt x="6770" y="675"/>
                      <a:pt x="5609" y="552"/>
                      <a:pt x="4465" y="4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3052;p34">
                <a:extLst>
                  <a:ext uri="{FF2B5EF4-FFF2-40B4-BE49-F238E27FC236}">
                    <a16:creationId xmlns:a16="http://schemas.microsoft.com/office/drawing/2014/main" id="{3CE5229D-ECAE-B1DA-5028-01D14C45159B}"/>
                  </a:ext>
                </a:extLst>
              </p:cNvPr>
              <p:cNvSpPr/>
              <p:nvPr/>
            </p:nvSpPr>
            <p:spPr>
              <a:xfrm flipH="1">
                <a:off x="1951448" y="3316019"/>
                <a:ext cx="4631" cy="63019"/>
              </a:xfrm>
              <a:custGeom>
                <a:avLst/>
                <a:gdLst/>
                <a:ahLst/>
                <a:cxnLst/>
                <a:rect l="l" t="t" r="r" b="b"/>
                <a:pathLst>
                  <a:path w="117" h="1592" extrusionOk="0">
                    <a:moveTo>
                      <a:pt x="1" y="1"/>
                    </a:moveTo>
                    <a:lnTo>
                      <a:pt x="1" y="1591"/>
                    </a:lnTo>
                    <a:lnTo>
                      <a:pt x="117" y="1591"/>
                    </a:lnTo>
                    <a:lnTo>
                      <a:pt x="117" y="1"/>
                    </a:lnTo>
                    <a:close/>
                  </a:path>
                </a:pathLst>
              </a:custGeom>
              <a:solidFill>
                <a:srgbClr val="2222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3053;p34">
                <a:extLst>
                  <a:ext uri="{FF2B5EF4-FFF2-40B4-BE49-F238E27FC236}">
                    <a16:creationId xmlns:a16="http://schemas.microsoft.com/office/drawing/2014/main" id="{0A1236FF-FBC8-939F-5759-5B3560C1F591}"/>
                  </a:ext>
                </a:extLst>
              </p:cNvPr>
              <p:cNvSpPr/>
              <p:nvPr/>
            </p:nvSpPr>
            <p:spPr>
              <a:xfrm flipH="1">
                <a:off x="1977665" y="3135388"/>
                <a:ext cx="414415" cy="119230"/>
              </a:xfrm>
              <a:custGeom>
                <a:avLst/>
                <a:gdLst/>
                <a:ahLst/>
                <a:cxnLst/>
                <a:rect l="l" t="t" r="r" b="b"/>
                <a:pathLst>
                  <a:path w="10469" h="3012" extrusionOk="0">
                    <a:moveTo>
                      <a:pt x="88" y="0"/>
                    </a:moveTo>
                    <a:lnTo>
                      <a:pt x="76" y="12"/>
                    </a:lnTo>
                    <a:cubicBezTo>
                      <a:pt x="70" y="9"/>
                      <a:pt x="65" y="8"/>
                      <a:pt x="60" y="8"/>
                    </a:cubicBezTo>
                    <a:cubicBezTo>
                      <a:pt x="22" y="8"/>
                      <a:pt x="0" y="73"/>
                      <a:pt x="41" y="93"/>
                    </a:cubicBezTo>
                    <a:cubicBezTo>
                      <a:pt x="366" y="232"/>
                      <a:pt x="703" y="348"/>
                      <a:pt x="1040" y="441"/>
                    </a:cubicBezTo>
                    <a:cubicBezTo>
                      <a:pt x="1377" y="534"/>
                      <a:pt x="1725" y="604"/>
                      <a:pt x="2073" y="650"/>
                    </a:cubicBezTo>
                    <a:cubicBezTo>
                      <a:pt x="2422" y="697"/>
                      <a:pt x="2770" y="720"/>
                      <a:pt x="3118" y="720"/>
                    </a:cubicBezTo>
                    <a:cubicBezTo>
                      <a:pt x="3453" y="720"/>
                      <a:pt x="3788" y="699"/>
                      <a:pt x="4123" y="666"/>
                    </a:cubicBezTo>
                    <a:lnTo>
                      <a:pt x="4123" y="666"/>
                    </a:lnTo>
                    <a:lnTo>
                      <a:pt x="4941" y="2961"/>
                    </a:lnTo>
                    <a:cubicBezTo>
                      <a:pt x="4953" y="2984"/>
                      <a:pt x="4965" y="3008"/>
                      <a:pt x="4988" y="3008"/>
                    </a:cubicBezTo>
                    <a:cubicBezTo>
                      <a:pt x="4997" y="3010"/>
                      <a:pt x="5005" y="3012"/>
                      <a:pt x="5014" y="3012"/>
                    </a:cubicBezTo>
                    <a:cubicBezTo>
                      <a:pt x="5039" y="3012"/>
                      <a:pt x="5063" y="2999"/>
                      <a:pt x="5081" y="2973"/>
                    </a:cubicBezTo>
                    <a:lnTo>
                      <a:pt x="5961" y="687"/>
                    </a:lnTo>
                    <a:lnTo>
                      <a:pt x="5961" y="687"/>
                    </a:lnTo>
                    <a:cubicBezTo>
                      <a:pt x="6045" y="689"/>
                      <a:pt x="6129" y="690"/>
                      <a:pt x="6213" y="690"/>
                    </a:cubicBezTo>
                    <a:cubicBezTo>
                      <a:pt x="6494" y="690"/>
                      <a:pt x="6774" y="679"/>
                      <a:pt x="7055" y="662"/>
                    </a:cubicBezTo>
                    <a:cubicBezTo>
                      <a:pt x="7438" y="650"/>
                      <a:pt x="7821" y="627"/>
                      <a:pt x="8193" y="581"/>
                    </a:cubicBezTo>
                    <a:cubicBezTo>
                      <a:pt x="8576" y="546"/>
                      <a:pt x="8948" y="488"/>
                      <a:pt x="9331" y="407"/>
                    </a:cubicBezTo>
                    <a:cubicBezTo>
                      <a:pt x="9702" y="337"/>
                      <a:pt x="10074" y="232"/>
                      <a:pt x="10434" y="93"/>
                    </a:cubicBezTo>
                    <a:cubicBezTo>
                      <a:pt x="10457" y="81"/>
                      <a:pt x="10469" y="58"/>
                      <a:pt x="10457" y="35"/>
                    </a:cubicBezTo>
                    <a:cubicBezTo>
                      <a:pt x="10449" y="18"/>
                      <a:pt x="10434" y="7"/>
                      <a:pt x="10418" y="7"/>
                    </a:cubicBezTo>
                    <a:cubicBezTo>
                      <a:pt x="10412" y="7"/>
                      <a:pt x="10405" y="9"/>
                      <a:pt x="10399" y="12"/>
                    </a:cubicBezTo>
                    <a:cubicBezTo>
                      <a:pt x="10039" y="139"/>
                      <a:pt x="9679" y="232"/>
                      <a:pt x="9308" y="302"/>
                    </a:cubicBezTo>
                    <a:cubicBezTo>
                      <a:pt x="8936" y="372"/>
                      <a:pt x="8564" y="418"/>
                      <a:pt x="8181" y="453"/>
                    </a:cubicBezTo>
                    <a:cubicBezTo>
                      <a:pt x="7810" y="499"/>
                      <a:pt x="7426" y="523"/>
                      <a:pt x="7043" y="534"/>
                    </a:cubicBezTo>
                    <a:cubicBezTo>
                      <a:pt x="6672" y="546"/>
                      <a:pt x="6288" y="546"/>
                      <a:pt x="5905" y="546"/>
                    </a:cubicBezTo>
                    <a:cubicBezTo>
                      <a:pt x="5882" y="546"/>
                      <a:pt x="5859" y="569"/>
                      <a:pt x="5847" y="592"/>
                    </a:cubicBezTo>
                    <a:lnTo>
                      <a:pt x="5013" y="2720"/>
                    </a:lnTo>
                    <a:lnTo>
                      <a:pt x="4222" y="569"/>
                    </a:lnTo>
                    <a:cubicBezTo>
                      <a:pt x="4210" y="534"/>
                      <a:pt x="4187" y="523"/>
                      <a:pt x="4152" y="523"/>
                    </a:cubicBezTo>
                    <a:cubicBezTo>
                      <a:pt x="3815" y="569"/>
                      <a:pt x="3467" y="581"/>
                      <a:pt x="3118" y="581"/>
                    </a:cubicBezTo>
                    <a:cubicBezTo>
                      <a:pt x="2770" y="581"/>
                      <a:pt x="2422" y="569"/>
                      <a:pt x="2085" y="523"/>
                    </a:cubicBezTo>
                    <a:cubicBezTo>
                      <a:pt x="1737" y="476"/>
                      <a:pt x="1400" y="418"/>
                      <a:pt x="1063" y="337"/>
                    </a:cubicBezTo>
                    <a:cubicBezTo>
                      <a:pt x="726" y="256"/>
                      <a:pt x="401" y="139"/>
                      <a:pt x="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3054;p34">
                <a:extLst>
                  <a:ext uri="{FF2B5EF4-FFF2-40B4-BE49-F238E27FC236}">
                    <a16:creationId xmlns:a16="http://schemas.microsoft.com/office/drawing/2014/main" id="{6C0BF418-89B6-7734-E7CF-7F128CFD09DE}"/>
                  </a:ext>
                </a:extLst>
              </p:cNvPr>
              <p:cNvSpPr/>
              <p:nvPr/>
            </p:nvSpPr>
            <p:spPr>
              <a:xfrm flipH="1">
                <a:off x="2401498" y="3316019"/>
                <a:ext cx="4631" cy="63019"/>
              </a:xfrm>
              <a:custGeom>
                <a:avLst/>
                <a:gdLst/>
                <a:ahLst/>
                <a:cxnLst/>
                <a:rect l="l" t="t" r="r" b="b"/>
                <a:pathLst>
                  <a:path w="117" h="1592" extrusionOk="0">
                    <a:moveTo>
                      <a:pt x="1" y="1"/>
                    </a:moveTo>
                    <a:lnTo>
                      <a:pt x="1" y="1591"/>
                    </a:lnTo>
                    <a:lnTo>
                      <a:pt x="117" y="1591"/>
                    </a:lnTo>
                    <a:lnTo>
                      <a:pt x="117" y="1"/>
                    </a:lnTo>
                    <a:close/>
                  </a:path>
                </a:pathLst>
              </a:custGeom>
              <a:solidFill>
                <a:srgbClr val="2222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BE7F7202-8727-7929-CD39-24D954DE183E}"/>
              </a:ext>
            </a:extLst>
          </p:cNvPr>
          <p:cNvSpPr txBox="1"/>
          <p:nvPr/>
        </p:nvSpPr>
        <p:spPr>
          <a:xfrm>
            <a:off x="2919664" y="4924092"/>
            <a:ext cx="1358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Raleway" pitchFamily="2" charset="0"/>
              </a:rPr>
              <a:t>Candidate</a:t>
            </a:r>
            <a:endParaRPr lang="fr-FR" b="1" dirty="0">
              <a:latin typeface="Raleway" pitchFamily="2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BC59E68-0818-12A5-2358-6E6995C6B2F2}"/>
              </a:ext>
            </a:extLst>
          </p:cNvPr>
          <p:cNvSpPr txBox="1"/>
          <p:nvPr/>
        </p:nvSpPr>
        <p:spPr>
          <a:xfrm>
            <a:off x="5618055" y="4924092"/>
            <a:ext cx="1362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Raleway" pitchFamily="2" charset="0"/>
              </a:rPr>
              <a:t>Recruiter</a:t>
            </a:r>
            <a:endParaRPr lang="fr-FR" b="1" dirty="0">
              <a:latin typeface="Raleway" pitchFamily="2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6958D90-A1D3-9258-A86A-A85ACD095812}"/>
              </a:ext>
            </a:extLst>
          </p:cNvPr>
          <p:cNvSpPr txBox="1"/>
          <p:nvPr/>
        </p:nvSpPr>
        <p:spPr>
          <a:xfrm>
            <a:off x="7663859" y="4728163"/>
            <a:ext cx="23609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Raleway" pitchFamily="2" charset="0"/>
              </a:rPr>
              <a:t>Super</a:t>
            </a:r>
          </a:p>
          <a:p>
            <a:pPr algn="ctr"/>
            <a:r>
              <a:rPr lang="en-US" b="1" dirty="0">
                <a:latin typeface="Raleway" pitchFamily="2" charset="0"/>
              </a:rPr>
              <a:t>Administrator</a:t>
            </a:r>
            <a:endParaRPr lang="fr-FR" b="1" dirty="0">
              <a:latin typeface="Raleway" pitchFamily="2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85A0B20-F937-E660-5518-4F65576961B2}"/>
              </a:ext>
            </a:extLst>
          </p:cNvPr>
          <p:cNvSpPr txBox="1"/>
          <p:nvPr/>
        </p:nvSpPr>
        <p:spPr>
          <a:xfrm>
            <a:off x="-4" y="580639"/>
            <a:ext cx="121920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Actors Identification</a:t>
            </a:r>
          </a:p>
        </p:txBody>
      </p:sp>
      <p:pic>
        <p:nvPicPr>
          <p:cNvPr id="165" name="Picture 164" descr="A black and white text&#10;&#10;Description automatically generated">
            <a:extLst>
              <a:ext uri="{FF2B5EF4-FFF2-40B4-BE49-F238E27FC236}">
                <a16:creationId xmlns:a16="http://schemas.microsoft.com/office/drawing/2014/main" id="{2F35BDBB-15B9-67D8-D83D-315B6D9B3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0683" y="71237"/>
            <a:ext cx="2311316" cy="501798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E2E1284B-6C2A-0E97-F026-4283D2755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1380" y="4195262"/>
            <a:ext cx="568713" cy="568713"/>
          </a:xfrm>
          <a:prstGeom prst="rect">
            <a:avLst/>
          </a:prstGeom>
        </p:spPr>
      </p:pic>
      <p:pic>
        <p:nvPicPr>
          <p:cNvPr id="169" name="Picture 168">
            <a:extLst>
              <a:ext uri="{FF2B5EF4-FFF2-40B4-BE49-F238E27FC236}">
                <a16:creationId xmlns:a16="http://schemas.microsoft.com/office/drawing/2014/main" id="{CC9DFDB7-6EBB-4A78-1C96-203746B27A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4873" y="4195262"/>
            <a:ext cx="594600" cy="594600"/>
          </a:xfrm>
          <a:prstGeom prst="rect">
            <a:avLst/>
          </a:prstGeom>
        </p:spPr>
      </p:pic>
      <p:pic>
        <p:nvPicPr>
          <p:cNvPr id="171" name="Picture 170">
            <a:extLst>
              <a:ext uri="{FF2B5EF4-FFF2-40B4-BE49-F238E27FC236}">
                <a16:creationId xmlns:a16="http://schemas.microsoft.com/office/drawing/2014/main" id="{57B565E0-E5E5-D344-4102-14D5126F0D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6636" y="4224329"/>
            <a:ext cx="608763" cy="608763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B9745194-1625-A2D2-136B-843F0F81EE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1696" y="4257048"/>
            <a:ext cx="567817" cy="567817"/>
          </a:xfrm>
          <a:prstGeom prst="rect">
            <a:avLst/>
          </a:prstGeom>
        </p:spPr>
      </p:pic>
      <p:pic>
        <p:nvPicPr>
          <p:cNvPr id="177" name="Picture 176">
            <a:extLst>
              <a:ext uri="{FF2B5EF4-FFF2-40B4-BE49-F238E27FC236}">
                <a16:creationId xmlns:a16="http://schemas.microsoft.com/office/drawing/2014/main" id="{D077DFC4-ABF7-FDAC-D277-5AD5E78B6B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6171" y="4197518"/>
            <a:ext cx="489638" cy="489638"/>
          </a:xfrm>
          <a:prstGeom prst="rect">
            <a:avLst/>
          </a:prstGeom>
        </p:spPr>
      </p:pic>
      <p:sp>
        <p:nvSpPr>
          <p:cNvPr id="4" name="Slide Number Placeholder 109">
            <a:extLst>
              <a:ext uri="{FF2B5EF4-FFF2-40B4-BE49-F238E27FC236}">
                <a16:creationId xmlns:a16="http://schemas.microsoft.com/office/drawing/2014/main" id="{E2AF9509-03EA-11B8-73FD-1C73E5BC4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12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63725DB7-04C2-F36E-BA55-9149B38164E8}"/>
              </a:ext>
            </a:extLst>
          </p:cNvPr>
          <p:cNvSpPr txBox="1">
            <a:spLocks/>
          </p:cNvSpPr>
          <p:nvPr/>
        </p:nvSpPr>
        <p:spPr>
          <a:xfrm>
            <a:off x="152400" y="0"/>
            <a:ext cx="47059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3578265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85" grpId="0" animBg="1"/>
      <p:bldP spid="86" grpId="0" animBg="1"/>
      <p:bldP spid="90" grpId="0"/>
      <p:bldP spid="91" grpId="0"/>
      <p:bldP spid="9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394DB4-9D66-FA0E-7A82-A07613FBD018}"/>
              </a:ext>
            </a:extLst>
          </p:cNvPr>
          <p:cNvSpPr txBox="1"/>
          <p:nvPr/>
        </p:nvSpPr>
        <p:spPr>
          <a:xfrm>
            <a:off x="-199629" y="3042485"/>
            <a:ext cx="520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Global Use Case Diagram</a:t>
            </a:r>
          </a:p>
        </p:txBody>
      </p:sp>
      <p:pic>
        <p:nvPicPr>
          <p:cNvPr id="4" name="Picture 3" descr="A black and white text&#10;&#10;Description automatically generated">
            <a:extLst>
              <a:ext uri="{FF2B5EF4-FFF2-40B4-BE49-F238E27FC236}">
                <a16:creationId xmlns:a16="http://schemas.microsoft.com/office/drawing/2014/main" id="{DE77F4C7-DBE8-CC42-5719-0696760EF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0" y="6277361"/>
            <a:ext cx="2311316" cy="501798"/>
          </a:xfrm>
          <a:prstGeom prst="rect">
            <a:avLst/>
          </a:prstGeom>
        </p:spPr>
      </p:pic>
      <p:pic>
        <p:nvPicPr>
          <p:cNvPr id="6" name="Picture 5" descr="A screen shot of a diagram&#10;&#10;Description automatically generated">
            <a:extLst>
              <a:ext uri="{FF2B5EF4-FFF2-40B4-BE49-F238E27FC236}">
                <a16:creationId xmlns:a16="http://schemas.microsoft.com/office/drawing/2014/main" id="{060AA66B-56DD-9F30-42D8-EB19AD9F3C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0480" y="75150"/>
            <a:ext cx="6639940" cy="6858000"/>
          </a:xfrm>
          <a:prstGeom prst="rect">
            <a:avLst/>
          </a:prstGeom>
        </p:spPr>
      </p:pic>
      <p:sp>
        <p:nvSpPr>
          <p:cNvPr id="7" name="Slide Number Placeholder 109">
            <a:extLst>
              <a:ext uri="{FF2B5EF4-FFF2-40B4-BE49-F238E27FC236}">
                <a16:creationId xmlns:a16="http://schemas.microsoft.com/office/drawing/2014/main" id="{95C80AB3-BB82-CBBF-AEC9-E2441486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13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8C0D8171-F449-D465-85CD-51C3744BC422}"/>
              </a:ext>
            </a:extLst>
          </p:cNvPr>
          <p:cNvSpPr txBox="1">
            <a:spLocks/>
          </p:cNvSpPr>
          <p:nvPr/>
        </p:nvSpPr>
        <p:spPr>
          <a:xfrm>
            <a:off x="413874" y="19999"/>
            <a:ext cx="5305530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Analysis and Specification of Requirements</a:t>
            </a:r>
          </a:p>
        </p:txBody>
      </p:sp>
      <p:sp>
        <p:nvSpPr>
          <p:cNvPr id="8" name="Google Shape;2140;p37">
            <a:extLst>
              <a:ext uri="{FF2B5EF4-FFF2-40B4-BE49-F238E27FC236}">
                <a16:creationId xmlns:a16="http://schemas.microsoft.com/office/drawing/2014/main" id="{307DF391-333C-89A6-9516-96C14C523501}"/>
              </a:ext>
            </a:extLst>
          </p:cNvPr>
          <p:cNvSpPr txBox="1">
            <a:spLocks/>
          </p:cNvSpPr>
          <p:nvPr/>
        </p:nvSpPr>
        <p:spPr>
          <a:xfrm>
            <a:off x="152400" y="0"/>
            <a:ext cx="47059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1145271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394DB4-9D66-FA0E-7A82-A07613FBD018}"/>
              </a:ext>
            </a:extLst>
          </p:cNvPr>
          <p:cNvSpPr txBox="1"/>
          <p:nvPr/>
        </p:nvSpPr>
        <p:spPr>
          <a:xfrm>
            <a:off x="3493475" y="850059"/>
            <a:ext cx="520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Global Use Case Diagram</a:t>
            </a:r>
          </a:p>
        </p:txBody>
      </p:sp>
      <p:pic>
        <p:nvPicPr>
          <p:cNvPr id="4" name="Picture 3" descr="A black and white text&#10;&#10;Description automatically generated">
            <a:extLst>
              <a:ext uri="{FF2B5EF4-FFF2-40B4-BE49-F238E27FC236}">
                <a16:creationId xmlns:a16="http://schemas.microsoft.com/office/drawing/2014/main" id="{DE77F4C7-DBE8-CC42-5719-0696760EF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pic>
        <p:nvPicPr>
          <p:cNvPr id="6" name="Picture 5" descr="A screen shot of a diagram&#10;&#10;Description automatically generated">
            <a:extLst>
              <a:ext uri="{FF2B5EF4-FFF2-40B4-BE49-F238E27FC236}">
                <a16:creationId xmlns:a16="http://schemas.microsoft.com/office/drawing/2014/main" id="{060AA66B-56DD-9F30-42D8-EB19AD9F3C4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95" b="54218"/>
          <a:stretch/>
        </p:blipFill>
        <p:spPr>
          <a:xfrm>
            <a:off x="1132936" y="1402010"/>
            <a:ext cx="10088857" cy="4838016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0BBCFCE-C1ED-72A5-0F24-4530C82409BB}"/>
              </a:ext>
            </a:extLst>
          </p:cNvPr>
          <p:cNvSpPr/>
          <p:nvPr/>
        </p:nvSpPr>
        <p:spPr>
          <a:xfrm>
            <a:off x="3440906" y="2009373"/>
            <a:ext cx="1409700" cy="307639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D241C9-90DE-9451-1A41-9BB6F91D7983}"/>
              </a:ext>
            </a:extLst>
          </p:cNvPr>
          <p:cNvSpPr txBox="1"/>
          <p:nvPr/>
        </p:nvSpPr>
        <p:spPr>
          <a:xfrm>
            <a:off x="0" y="1001900"/>
            <a:ext cx="28993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Raleway" pitchFamily="2" charset="0"/>
              </a:rPr>
              <a:t>Candidate Use Cases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3E2A820-B1A4-D48E-A1C8-2AA9F7BE5D96}"/>
              </a:ext>
            </a:extLst>
          </p:cNvPr>
          <p:cNvSpPr/>
          <p:nvPr/>
        </p:nvSpPr>
        <p:spPr>
          <a:xfrm>
            <a:off x="3359944" y="2624506"/>
            <a:ext cx="2019300" cy="30764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DF8D636-BA39-B328-A05E-E4A6ECD78BF3}"/>
              </a:ext>
            </a:extLst>
          </p:cNvPr>
          <p:cNvSpPr/>
          <p:nvPr/>
        </p:nvSpPr>
        <p:spPr>
          <a:xfrm>
            <a:off x="7066741" y="2624506"/>
            <a:ext cx="2677334" cy="283794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6EA74E6-FF3A-3C5A-CA13-0142AD2D5E22}"/>
              </a:ext>
            </a:extLst>
          </p:cNvPr>
          <p:cNvSpPr/>
          <p:nvPr/>
        </p:nvSpPr>
        <p:spPr>
          <a:xfrm>
            <a:off x="3643313" y="3094373"/>
            <a:ext cx="1550193" cy="30129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F3A661D-2584-3CA2-21CD-421E542CC6DA}"/>
              </a:ext>
            </a:extLst>
          </p:cNvPr>
          <p:cNvSpPr/>
          <p:nvPr/>
        </p:nvSpPr>
        <p:spPr>
          <a:xfrm>
            <a:off x="3590925" y="3835400"/>
            <a:ext cx="3044825" cy="30129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FD5E18E-888C-2722-9E58-2FE1392F0673}"/>
              </a:ext>
            </a:extLst>
          </p:cNvPr>
          <p:cNvSpPr/>
          <p:nvPr/>
        </p:nvSpPr>
        <p:spPr>
          <a:xfrm>
            <a:off x="7264400" y="3295985"/>
            <a:ext cx="1958975" cy="30129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BA8BF43-1BA8-65AD-E392-68188F06E023}"/>
              </a:ext>
            </a:extLst>
          </p:cNvPr>
          <p:cNvSpPr/>
          <p:nvPr/>
        </p:nvSpPr>
        <p:spPr>
          <a:xfrm>
            <a:off x="4432300" y="4787901"/>
            <a:ext cx="1327150" cy="276224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9E7F363-5B90-35B1-23DA-D05BC52E2036}"/>
              </a:ext>
            </a:extLst>
          </p:cNvPr>
          <p:cNvSpPr/>
          <p:nvPr/>
        </p:nvSpPr>
        <p:spPr>
          <a:xfrm>
            <a:off x="5588000" y="5188011"/>
            <a:ext cx="1447799" cy="276224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A96890E-F1B6-930F-3FAE-42340667CE68}"/>
              </a:ext>
            </a:extLst>
          </p:cNvPr>
          <p:cNvSpPr/>
          <p:nvPr/>
        </p:nvSpPr>
        <p:spPr>
          <a:xfrm>
            <a:off x="4044950" y="5715336"/>
            <a:ext cx="1457325" cy="30129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2CB9651-FF10-62D6-14D2-B726F4521FB8}"/>
              </a:ext>
            </a:extLst>
          </p:cNvPr>
          <p:cNvSpPr/>
          <p:nvPr/>
        </p:nvSpPr>
        <p:spPr>
          <a:xfrm>
            <a:off x="8743950" y="5858208"/>
            <a:ext cx="1034241" cy="28379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4D26C-5B89-30D3-9097-8424F2B48DCD}"/>
              </a:ext>
            </a:extLst>
          </p:cNvPr>
          <p:cNvSpPr/>
          <p:nvPr/>
        </p:nvSpPr>
        <p:spPr>
          <a:xfrm>
            <a:off x="1408650" y="3002295"/>
            <a:ext cx="960038" cy="1024932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Slide Number Placeholder 109">
            <a:extLst>
              <a:ext uri="{FF2B5EF4-FFF2-40B4-BE49-F238E27FC236}">
                <a16:creationId xmlns:a16="http://schemas.microsoft.com/office/drawing/2014/main" id="{D0E670F9-2A35-7E68-24F1-7E1B89B00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14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7" name="Google Shape;2140;p37">
            <a:extLst>
              <a:ext uri="{FF2B5EF4-FFF2-40B4-BE49-F238E27FC236}">
                <a16:creationId xmlns:a16="http://schemas.microsoft.com/office/drawing/2014/main" id="{BCF9FB6A-E60F-237F-5BFA-19FEB4B5036F}"/>
              </a:ext>
            </a:extLst>
          </p:cNvPr>
          <p:cNvSpPr txBox="1">
            <a:spLocks/>
          </p:cNvSpPr>
          <p:nvPr/>
        </p:nvSpPr>
        <p:spPr>
          <a:xfrm>
            <a:off x="413874" y="19999"/>
            <a:ext cx="5305530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Analysis and Specification of Requirements</a:t>
            </a:r>
          </a:p>
        </p:txBody>
      </p:sp>
      <p:sp>
        <p:nvSpPr>
          <p:cNvPr id="9" name="Google Shape;2140;p37">
            <a:extLst>
              <a:ext uri="{FF2B5EF4-FFF2-40B4-BE49-F238E27FC236}">
                <a16:creationId xmlns:a16="http://schemas.microsoft.com/office/drawing/2014/main" id="{34D89ADB-FE68-9AAF-C34C-8E10FE8AF109}"/>
              </a:ext>
            </a:extLst>
          </p:cNvPr>
          <p:cNvSpPr txBox="1">
            <a:spLocks/>
          </p:cNvSpPr>
          <p:nvPr/>
        </p:nvSpPr>
        <p:spPr>
          <a:xfrm>
            <a:off x="152400" y="0"/>
            <a:ext cx="47059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113210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 shot of a diagram&#10;&#10;Description automatically generated">
            <a:extLst>
              <a:ext uri="{FF2B5EF4-FFF2-40B4-BE49-F238E27FC236}">
                <a16:creationId xmlns:a16="http://schemas.microsoft.com/office/drawing/2014/main" id="{060AA66B-56DD-9F30-42D8-EB19AD9F3C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3093" r="-2128" b="24644"/>
          <a:stretch/>
        </p:blipFill>
        <p:spPr>
          <a:xfrm>
            <a:off x="1835499" y="1683325"/>
            <a:ext cx="8521002" cy="4503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E619F5-44C4-B009-D53C-F6A7B236BB3C}"/>
              </a:ext>
            </a:extLst>
          </p:cNvPr>
          <p:cNvSpPr txBox="1"/>
          <p:nvPr/>
        </p:nvSpPr>
        <p:spPr>
          <a:xfrm>
            <a:off x="3493475" y="850059"/>
            <a:ext cx="520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Global Use Case Diagram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9E3E8D-4285-E247-1E64-862E10DA34E4}"/>
              </a:ext>
            </a:extLst>
          </p:cNvPr>
          <p:cNvSpPr/>
          <p:nvPr/>
        </p:nvSpPr>
        <p:spPr>
          <a:xfrm>
            <a:off x="3826669" y="1683325"/>
            <a:ext cx="2490787" cy="231462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37AF175-B57C-BC4E-E889-1E8541CD6501}"/>
              </a:ext>
            </a:extLst>
          </p:cNvPr>
          <p:cNvSpPr/>
          <p:nvPr/>
        </p:nvSpPr>
        <p:spPr>
          <a:xfrm>
            <a:off x="4533899" y="2450306"/>
            <a:ext cx="1066801" cy="216715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C1F675F-3885-C3BA-505B-FABA4D58B925}"/>
              </a:ext>
            </a:extLst>
          </p:cNvPr>
          <p:cNvSpPr/>
          <p:nvPr/>
        </p:nvSpPr>
        <p:spPr>
          <a:xfrm>
            <a:off x="4198143" y="3214207"/>
            <a:ext cx="1204913" cy="231462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D62B213-5F2A-224A-A3DC-2673DAED35C4}"/>
              </a:ext>
            </a:extLst>
          </p:cNvPr>
          <p:cNvSpPr/>
          <p:nvPr/>
        </p:nvSpPr>
        <p:spPr>
          <a:xfrm>
            <a:off x="4481513" y="4700106"/>
            <a:ext cx="1200150" cy="231463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3FC4E94-9AC3-661A-51D0-C4A9A341E68D}"/>
              </a:ext>
            </a:extLst>
          </p:cNvPr>
          <p:cNvSpPr/>
          <p:nvPr/>
        </p:nvSpPr>
        <p:spPr>
          <a:xfrm>
            <a:off x="3493475" y="3761393"/>
            <a:ext cx="685619" cy="231462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5DFBBE9-04EF-1898-75CB-9113CF5CCE0A}"/>
              </a:ext>
            </a:extLst>
          </p:cNvPr>
          <p:cNvSpPr/>
          <p:nvPr/>
        </p:nvSpPr>
        <p:spPr>
          <a:xfrm>
            <a:off x="4481513" y="4255293"/>
            <a:ext cx="1228725" cy="231463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EDCA1D1-1F56-FD29-993E-B2A329CC5A22}"/>
              </a:ext>
            </a:extLst>
          </p:cNvPr>
          <p:cNvSpPr/>
          <p:nvPr/>
        </p:nvSpPr>
        <p:spPr>
          <a:xfrm>
            <a:off x="5464968" y="2766455"/>
            <a:ext cx="1185863" cy="231462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8E6D3D1-CB21-A96B-D7FA-400195F84749}"/>
              </a:ext>
            </a:extLst>
          </p:cNvPr>
          <p:cNvSpPr/>
          <p:nvPr/>
        </p:nvSpPr>
        <p:spPr>
          <a:xfrm>
            <a:off x="4429125" y="5448300"/>
            <a:ext cx="1852614" cy="260888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9B5BBB4-FDD4-4DC5-8145-63A7000A6F47}"/>
              </a:ext>
            </a:extLst>
          </p:cNvPr>
          <p:cNvSpPr/>
          <p:nvPr/>
        </p:nvSpPr>
        <p:spPr>
          <a:xfrm>
            <a:off x="3826668" y="5943600"/>
            <a:ext cx="2174081" cy="243475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18EED5D-7AA2-7A15-E888-DE5E610F75CE}"/>
              </a:ext>
            </a:extLst>
          </p:cNvPr>
          <p:cNvSpPr/>
          <p:nvPr/>
        </p:nvSpPr>
        <p:spPr>
          <a:xfrm>
            <a:off x="8049986" y="3314700"/>
            <a:ext cx="841602" cy="23146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107A53-E79F-0E31-BF25-EAF81DBEE80B}"/>
              </a:ext>
            </a:extLst>
          </p:cNvPr>
          <p:cNvSpPr txBox="1"/>
          <p:nvPr/>
        </p:nvSpPr>
        <p:spPr>
          <a:xfrm>
            <a:off x="0" y="1001900"/>
            <a:ext cx="28993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Raleway" pitchFamily="2" charset="0"/>
              </a:rPr>
              <a:t>Recruiter Use Cases</a:t>
            </a:r>
          </a:p>
        </p:txBody>
      </p:sp>
      <p:pic>
        <p:nvPicPr>
          <p:cNvPr id="19" name="Picture 18" descr="A black and white text&#10;&#10;Description automatically generated">
            <a:extLst>
              <a:ext uri="{FF2B5EF4-FFF2-40B4-BE49-F238E27FC236}">
                <a16:creationId xmlns:a16="http://schemas.microsoft.com/office/drawing/2014/main" id="{E6193D98-C59D-430C-1754-F0B386EAB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A882892-B261-B0B5-F2E3-8787F841B246}"/>
              </a:ext>
            </a:extLst>
          </p:cNvPr>
          <p:cNvSpPr/>
          <p:nvPr/>
        </p:nvSpPr>
        <p:spPr>
          <a:xfrm>
            <a:off x="1884902" y="3386280"/>
            <a:ext cx="960038" cy="1024932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Slide Number Placeholder 109">
            <a:extLst>
              <a:ext uri="{FF2B5EF4-FFF2-40B4-BE49-F238E27FC236}">
                <a16:creationId xmlns:a16="http://schemas.microsoft.com/office/drawing/2014/main" id="{BF88C578-2D47-AC4F-AA49-45155C86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15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3" name="Google Shape;2140;p37">
            <a:extLst>
              <a:ext uri="{FF2B5EF4-FFF2-40B4-BE49-F238E27FC236}">
                <a16:creationId xmlns:a16="http://schemas.microsoft.com/office/drawing/2014/main" id="{C3763970-6264-316D-63F3-105A8DE4F83C}"/>
              </a:ext>
            </a:extLst>
          </p:cNvPr>
          <p:cNvSpPr txBox="1">
            <a:spLocks/>
          </p:cNvSpPr>
          <p:nvPr/>
        </p:nvSpPr>
        <p:spPr>
          <a:xfrm>
            <a:off x="413874" y="19999"/>
            <a:ext cx="5305530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Analysis and Specification of Requirements</a:t>
            </a:r>
          </a:p>
        </p:txBody>
      </p:sp>
      <p:sp>
        <p:nvSpPr>
          <p:cNvPr id="7" name="Google Shape;2140;p37">
            <a:extLst>
              <a:ext uri="{FF2B5EF4-FFF2-40B4-BE49-F238E27FC236}">
                <a16:creationId xmlns:a16="http://schemas.microsoft.com/office/drawing/2014/main" id="{2DBD4118-05BF-5717-3A0F-941AB09458CC}"/>
              </a:ext>
            </a:extLst>
          </p:cNvPr>
          <p:cNvSpPr txBox="1">
            <a:spLocks/>
          </p:cNvSpPr>
          <p:nvPr/>
        </p:nvSpPr>
        <p:spPr>
          <a:xfrm>
            <a:off x="152400" y="0"/>
            <a:ext cx="47059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15915295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 shot of a diagram&#10;&#10;Description automatically generated">
            <a:extLst>
              <a:ext uri="{FF2B5EF4-FFF2-40B4-BE49-F238E27FC236}">
                <a16:creationId xmlns:a16="http://schemas.microsoft.com/office/drawing/2014/main" id="{060AA66B-56DD-9F30-42D8-EB19AD9F3C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35231" r="-2128" b="-3509"/>
          <a:stretch/>
        </p:blipFill>
        <p:spPr>
          <a:xfrm>
            <a:off x="1838991" y="1596352"/>
            <a:ext cx="8110023" cy="56000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AD372C-B820-DF98-FB06-146AECF5F3BE}"/>
              </a:ext>
            </a:extLst>
          </p:cNvPr>
          <p:cNvSpPr txBox="1"/>
          <p:nvPr/>
        </p:nvSpPr>
        <p:spPr>
          <a:xfrm>
            <a:off x="3493475" y="850059"/>
            <a:ext cx="520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Global Use Case Diagram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8E8E4E-91D8-A367-B50E-FB643372E2AD}"/>
              </a:ext>
            </a:extLst>
          </p:cNvPr>
          <p:cNvSpPr txBox="1"/>
          <p:nvPr/>
        </p:nvSpPr>
        <p:spPr>
          <a:xfrm>
            <a:off x="0" y="1001900"/>
            <a:ext cx="28993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Raleway" pitchFamily="2" charset="0"/>
              </a:rPr>
              <a:t>Super Administrator Use Cases</a:t>
            </a:r>
          </a:p>
        </p:txBody>
      </p:sp>
      <p:pic>
        <p:nvPicPr>
          <p:cNvPr id="8" name="Picture 7" descr="A black and white text&#10;&#10;Description automatically generated">
            <a:extLst>
              <a:ext uri="{FF2B5EF4-FFF2-40B4-BE49-F238E27FC236}">
                <a16:creationId xmlns:a16="http://schemas.microsoft.com/office/drawing/2014/main" id="{831657D5-DF45-2B49-1411-6B6C8C239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35C7C05A-4035-6B52-F4CA-EB217216838D}"/>
              </a:ext>
            </a:extLst>
          </p:cNvPr>
          <p:cNvSpPr/>
          <p:nvPr/>
        </p:nvSpPr>
        <p:spPr>
          <a:xfrm>
            <a:off x="4088606" y="2053287"/>
            <a:ext cx="1154907" cy="227951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3C7FFA1-9ADF-29CE-0A0A-86C7BFF2F332}"/>
              </a:ext>
            </a:extLst>
          </p:cNvPr>
          <p:cNvSpPr/>
          <p:nvPr/>
        </p:nvSpPr>
        <p:spPr>
          <a:xfrm>
            <a:off x="3886201" y="5341383"/>
            <a:ext cx="1993106" cy="227952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A9511FE-5952-BED2-20FA-1FF5E4F5EDDE}"/>
              </a:ext>
            </a:extLst>
          </p:cNvPr>
          <p:cNvSpPr/>
          <p:nvPr/>
        </p:nvSpPr>
        <p:spPr>
          <a:xfrm>
            <a:off x="4302918" y="5763273"/>
            <a:ext cx="888207" cy="227952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8D4B36B-0472-7D43-18BB-30136E732A48}"/>
              </a:ext>
            </a:extLst>
          </p:cNvPr>
          <p:cNvSpPr/>
          <p:nvPr/>
        </p:nvSpPr>
        <p:spPr>
          <a:xfrm>
            <a:off x="3733801" y="6128398"/>
            <a:ext cx="1847850" cy="227952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76200">
              <a:srgbClr val="FF0000">
                <a:alpha val="9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527631E-9381-A05D-8F0B-6AE6EA779291}"/>
              </a:ext>
            </a:extLst>
          </p:cNvPr>
          <p:cNvSpPr/>
          <p:nvPr/>
        </p:nvSpPr>
        <p:spPr>
          <a:xfrm>
            <a:off x="7740650" y="2154562"/>
            <a:ext cx="806450" cy="227951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24A8B3-0176-03DD-2C2E-BF7DBDA47443}"/>
              </a:ext>
            </a:extLst>
          </p:cNvPr>
          <p:cNvSpPr/>
          <p:nvPr/>
        </p:nvSpPr>
        <p:spPr>
          <a:xfrm>
            <a:off x="1857550" y="5261648"/>
            <a:ext cx="960038" cy="1024932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Slide Number Placeholder 109">
            <a:extLst>
              <a:ext uri="{FF2B5EF4-FFF2-40B4-BE49-F238E27FC236}">
                <a16:creationId xmlns:a16="http://schemas.microsoft.com/office/drawing/2014/main" id="{A9E7EEDC-037E-B6FB-6CAE-CEA497472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16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3" name="Google Shape;2140;p37">
            <a:extLst>
              <a:ext uri="{FF2B5EF4-FFF2-40B4-BE49-F238E27FC236}">
                <a16:creationId xmlns:a16="http://schemas.microsoft.com/office/drawing/2014/main" id="{8BB27D1F-D331-C6CD-9785-3F0A99587E5D}"/>
              </a:ext>
            </a:extLst>
          </p:cNvPr>
          <p:cNvSpPr txBox="1">
            <a:spLocks/>
          </p:cNvSpPr>
          <p:nvPr/>
        </p:nvSpPr>
        <p:spPr>
          <a:xfrm>
            <a:off x="413874" y="19999"/>
            <a:ext cx="5305530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Analysis and Specification of Requirements</a:t>
            </a:r>
          </a:p>
        </p:txBody>
      </p:sp>
      <p:sp>
        <p:nvSpPr>
          <p:cNvPr id="15" name="Google Shape;2140;p37">
            <a:extLst>
              <a:ext uri="{FF2B5EF4-FFF2-40B4-BE49-F238E27FC236}">
                <a16:creationId xmlns:a16="http://schemas.microsoft.com/office/drawing/2014/main" id="{193782C2-AFD0-ED5C-0276-DE79EB3B0821}"/>
              </a:ext>
            </a:extLst>
          </p:cNvPr>
          <p:cNvSpPr txBox="1">
            <a:spLocks/>
          </p:cNvSpPr>
          <p:nvPr/>
        </p:nvSpPr>
        <p:spPr>
          <a:xfrm>
            <a:off x="152400" y="0"/>
            <a:ext cx="47059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366885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oogle Shape;1450;p38">
            <a:extLst>
              <a:ext uri="{FF2B5EF4-FFF2-40B4-BE49-F238E27FC236}">
                <a16:creationId xmlns:a16="http://schemas.microsoft.com/office/drawing/2014/main" id="{6A96114D-363B-39A9-20E6-4D97EE0D443D}"/>
              </a:ext>
            </a:extLst>
          </p:cNvPr>
          <p:cNvGrpSpPr/>
          <p:nvPr/>
        </p:nvGrpSpPr>
        <p:grpSpPr>
          <a:xfrm>
            <a:off x="784788" y="14181"/>
            <a:ext cx="11192339" cy="6843819"/>
            <a:chOff x="613175" y="0"/>
            <a:chExt cx="7657558" cy="5143570"/>
          </a:xfrm>
        </p:grpSpPr>
        <p:sp>
          <p:nvSpPr>
            <p:cNvPr id="175" name="Google Shape;1451;p38">
              <a:extLst>
                <a:ext uri="{FF2B5EF4-FFF2-40B4-BE49-F238E27FC236}">
                  <a16:creationId xmlns:a16="http://schemas.microsoft.com/office/drawing/2014/main" id="{B4AF50DA-A4A8-29BA-DD64-977906289ECD}"/>
                </a:ext>
              </a:extLst>
            </p:cNvPr>
            <p:cNvSpPr/>
            <p:nvPr/>
          </p:nvSpPr>
          <p:spPr>
            <a:xfrm>
              <a:off x="613175" y="0"/>
              <a:ext cx="7657558" cy="5143570"/>
            </a:xfrm>
            <a:custGeom>
              <a:avLst/>
              <a:gdLst/>
              <a:ahLst/>
              <a:cxnLst/>
              <a:rect l="l" t="t" r="r" b="b"/>
              <a:pathLst>
                <a:path w="239280" h="160724" extrusionOk="0">
                  <a:moveTo>
                    <a:pt x="0" y="160723"/>
                  </a:moveTo>
                  <a:lnTo>
                    <a:pt x="178630" y="102192"/>
                  </a:lnTo>
                  <a:cubicBezTo>
                    <a:pt x="180404" y="101656"/>
                    <a:pt x="180618" y="99596"/>
                    <a:pt x="178951" y="98811"/>
                  </a:cubicBezTo>
                  <a:lnTo>
                    <a:pt x="119694" y="71843"/>
                  </a:lnTo>
                  <a:lnTo>
                    <a:pt x="113717" y="69105"/>
                  </a:lnTo>
                  <a:cubicBezTo>
                    <a:pt x="110585" y="67688"/>
                    <a:pt x="111121" y="63842"/>
                    <a:pt x="114574" y="63032"/>
                  </a:cubicBezTo>
                  <a:lnTo>
                    <a:pt x="120801" y="61568"/>
                  </a:lnTo>
                  <a:lnTo>
                    <a:pt x="216051" y="39232"/>
                  </a:lnTo>
                  <a:cubicBezTo>
                    <a:pt x="217253" y="38946"/>
                    <a:pt x="217361" y="37529"/>
                    <a:pt x="216158" y="37136"/>
                  </a:cubicBezTo>
                  <a:lnTo>
                    <a:pt x="160877" y="19027"/>
                  </a:lnTo>
                  <a:lnTo>
                    <a:pt x="160806" y="18991"/>
                  </a:lnTo>
                  <a:cubicBezTo>
                    <a:pt x="159425" y="18527"/>
                    <a:pt x="159460" y="16860"/>
                    <a:pt x="160913" y="16467"/>
                  </a:cubicBezTo>
                  <a:lnTo>
                    <a:pt x="160913" y="16467"/>
                  </a:lnTo>
                  <a:lnTo>
                    <a:pt x="221278" y="1"/>
                  </a:lnTo>
                  <a:lnTo>
                    <a:pt x="168855" y="16932"/>
                  </a:lnTo>
                  <a:cubicBezTo>
                    <a:pt x="168069" y="17182"/>
                    <a:pt x="168069" y="18110"/>
                    <a:pt x="168890" y="18313"/>
                  </a:cubicBezTo>
                  <a:lnTo>
                    <a:pt x="233791" y="35708"/>
                  </a:lnTo>
                  <a:lnTo>
                    <a:pt x="236399" y="36422"/>
                  </a:lnTo>
                  <a:cubicBezTo>
                    <a:pt x="239244" y="37172"/>
                    <a:pt x="239280" y="40518"/>
                    <a:pt x="236434" y="41327"/>
                  </a:cubicBezTo>
                  <a:lnTo>
                    <a:pt x="233625" y="42078"/>
                  </a:lnTo>
                  <a:lnTo>
                    <a:pt x="144875" y="66652"/>
                  </a:lnTo>
                  <a:cubicBezTo>
                    <a:pt x="143351" y="67081"/>
                    <a:pt x="143244" y="68795"/>
                    <a:pt x="144661" y="69355"/>
                  </a:cubicBezTo>
                  <a:lnTo>
                    <a:pt x="210360" y="95322"/>
                  </a:lnTo>
                  <a:lnTo>
                    <a:pt x="220313" y="99239"/>
                  </a:lnTo>
                  <a:cubicBezTo>
                    <a:pt x="223802" y="100620"/>
                    <a:pt x="223623" y="104788"/>
                    <a:pt x="220063" y="105990"/>
                  </a:cubicBezTo>
                  <a:lnTo>
                    <a:pt x="209431" y="109550"/>
                  </a:lnTo>
                  <a:lnTo>
                    <a:pt x="53197" y="160723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 dirty="0"/>
            </a:p>
          </p:txBody>
        </p:sp>
        <p:sp>
          <p:nvSpPr>
            <p:cNvPr id="176" name="Google Shape;1452;p38">
              <a:extLst>
                <a:ext uri="{FF2B5EF4-FFF2-40B4-BE49-F238E27FC236}">
                  <a16:creationId xmlns:a16="http://schemas.microsoft.com/office/drawing/2014/main" id="{15B02FE9-B24B-FC3A-D4F9-8CD73423B141}"/>
                </a:ext>
              </a:extLst>
            </p:cNvPr>
            <p:cNvSpPr/>
            <p:nvPr/>
          </p:nvSpPr>
          <p:spPr>
            <a:xfrm>
              <a:off x="2445901" y="4711376"/>
              <a:ext cx="143659" cy="69381"/>
            </a:xfrm>
            <a:custGeom>
              <a:avLst/>
              <a:gdLst/>
              <a:ahLst/>
              <a:cxnLst/>
              <a:rect l="l" t="t" r="r" b="b"/>
              <a:pathLst>
                <a:path w="4489" h="2168" extrusionOk="0">
                  <a:moveTo>
                    <a:pt x="4203" y="0"/>
                  </a:moveTo>
                  <a:lnTo>
                    <a:pt x="0" y="1346"/>
                  </a:lnTo>
                  <a:lnTo>
                    <a:pt x="286" y="2167"/>
                  </a:lnTo>
                  <a:lnTo>
                    <a:pt x="4489" y="810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77" name="Google Shape;1453;p38">
              <a:extLst>
                <a:ext uri="{FF2B5EF4-FFF2-40B4-BE49-F238E27FC236}">
                  <a16:creationId xmlns:a16="http://schemas.microsoft.com/office/drawing/2014/main" id="{6355A644-943A-3269-1234-ACBC2F6D1C7B}"/>
                </a:ext>
              </a:extLst>
            </p:cNvPr>
            <p:cNvSpPr/>
            <p:nvPr/>
          </p:nvSpPr>
          <p:spPr>
            <a:xfrm>
              <a:off x="2715647" y="4626027"/>
              <a:ext cx="142539" cy="69381"/>
            </a:xfrm>
            <a:custGeom>
              <a:avLst/>
              <a:gdLst/>
              <a:ahLst/>
              <a:cxnLst/>
              <a:rect l="l" t="t" r="r" b="b"/>
              <a:pathLst>
                <a:path w="4454" h="2168" extrusionOk="0">
                  <a:moveTo>
                    <a:pt x="4204" y="0"/>
                  </a:moveTo>
                  <a:lnTo>
                    <a:pt x="1" y="1346"/>
                  </a:lnTo>
                  <a:lnTo>
                    <a:pt x="251" y="2167"/>
                  </a:lnTo>
                  <a:lnTo>
                    <a:pt x="4454" y="810"/>
                  </a:lnTo>
                  <a:lnTo>
                    <a:pt x="42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78" name="Google Shape;1454;p38">
              <a:extLst>
                <a:ext uri="{FF2B5EF4-FFF2-40B4-BE49-F238E27FC236}">
                  <a16:creationId xmlns:a16="http://schemas.microsoft.com/office/drawing/2014/main" id="{473D1D61-9E0C-5DCD-F39C-D19B1FDD5CE8}"/>
                </a:ext>
              </a:extLst>
            </p:cNvPr>
            <p:cNvSpPr/>
            <p:nvPr/>
          </p:nvSpPr>
          <p:spPr>
            <a:xfrm>
              <a:off x="2984272" y="4540677"/>
              <a:ext cx="143691" cy="68229"/>
            </a:xfrm>
            <a:custGeom>
              <a:avLst/>
              <a:gdLst/>
              <a:ahLst/>
              <a:cxnLst/>
              <a:rect l="l" t="t" r="r" b="b"/>
              <a:pathLst>
                <a:path w="4490" h="2132" extrusionOk="0">
                  <a:moveTo>
                    <a:pt x="4204" y="0"/>
                  </a:moveTo>
                  <a:lnTo>
                    <a:pt x="1" y="1310"/>
                  </a:lnTo>
                  <a:lnTo>
                    <a:pt x="251" y="2132"/>
                  </a:lnTo>
                  <a:lnTo>
                    <a:pt x="4489" y="774"/>
                  </a:lnTo>
                  <a:lnTo>
                    <a:pt x="42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79" name="Google Shape;1455;p38">
              <a:extLst>
                <a:ext uri="{FF2B5EF4-FFF2-40B4-BE49-F238E27FC236}">
                  <a16:creationId xmlns:a16="http://schemas.microsoft.com/office/drawing/2014/main" id="{70C9AE4E-9DD9-9147-95FC-F1D64079BDED}"/>
                </a:ext>
              </a:extLst>
            </p:cNvPr>
            <p:cNvSpPr/>
            <p:nvPr/>
          </p:nvSpPr>
          <p:spPr>
            <a:xfrm>
              <a:off x="3254049" y="4454944"/>
              <a:ext cx="142539" cy="68613"/>
            </a:xfrm>
            <a:custGeom>
              <a:avLst/>
              <a:gdLst/>
              <a:ahLst/>
              <a:cxnLst/>
              <a:rect l="l" t="t" r="r" b="b"/>
              <a:pathLst>
                <a:path w="4454" h="2144" extrusionOk="0">
                  <a:moveTo>
                    <a:pt x="4203" y="0"/>
                  </a:moveTo>
                  <a:lnTo>
                    <a:pt x="0" y="1322"/>
                  </a:lnTo>
                  <a:lnTo>
                    <a:pt x="250" y="2144"/>
                  </a:lnTo>
                  <a:lnTo>
                    <a:pt x="4453" y="786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80" name="Google Shape;1456;p38">
              <a:extLst>
                <a:ext uri="{FF2B5EF4-FFF2-40B4-BE49-F238E27FC236}">
                  <a16:creationId xmlns:a16="http://schemas.microsoft.com/office/drawing/2014/main" id="{582264A5-D195-A569-CF29-C5E450233D28}"/>
                </a:ext>
              </a:extLst>
            </p:cNvPr>
            <p:cNvSpPr/>
            <p:nvPr/>
          </p:nvSpPr>
          <p:spPr>
            <a:xfrm>
              <a:off x="1393865" y="5045926"/>
              <a:ext cx="143691" cy="69349"/>
            </a:xfrm>
            <a:custGeom>
              <a:avLst/>
              <a:gdLst/>
              <a:ahLst/>
              <a:cxnLst/>
              <a:rect l="l" t="t" r="r" b="b"/>
              <a:pathLst>
                <a:path w="4490" h="2167" extrusionOk="0">
                  <a:moveTo>
                    <a:pt x="4204" y="0"/>
                  </a:moveTo>
                  <a:lnTo>
                    <a:pt x="1" y="1345"/>
                  </a:lnTo>
                  <a:lnTo>
                    <a:pt x="287" y="2167"/>
                  </a:lnTo>
                  <a:lnTo>
                    <a:pt x="4490" y="810"/>
                  </a:lnTo>
                  <a:lnTo>
                    <a:pt x="42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81" name="Google Shape;1457;p38">
              <a:extLst>
                <a:ext uri="{FF2B5EF4-FFF2-40B4-BE49-F238E27FC236}">
                  <a16:creationId xmlns:a16="http://schemas.microsoft.com/office/drawing/2014/main" id="{605CF10F-9602-2A60-BA55-84ED8CF0E9BF}"/>
                </a:ext>
              </a:extLst>
            </p:cNvPr>
            <p:cNvSpPr/>
            <p:nvPr/>
          </p:nvSpPr>
          <p:spPr>
            <a:xfrm>
              <a:off x="1664027" y="4960576"/>
              <a:ext cx="142155" cy="69349"/>
            </a:xfrm>
            <a:custGeom>
              <a:avLst/>
              <a:gdLst/>
              <a:ahLst/>
              <a:cxnLst/>
              <a:rect l="l" t="t" r="r" b="b"/>
              <a:pathLst>
                <a:path w="4442" h="2167" extrusionOk="0">
                  <a:moveTo>
                    <a:pt x="4192" y="0"/>
                  </a:moveTo>
                  <a:lnTo>
                    <a:pt x="1" y="1345"/>
                  </a:lnTo>
                  <a:lnTo>
                    <a:pt x="239" y="2167"/>
                  </a:lnTo>
                  <a:lnTo>
                    <a:pt x="4442" y="810"/>
                  </a:lnTo>
                  <a:lnTo>
                    <a:pt x="419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82" name="Google Shape;1458;p38">
              <a:extLst>
                <a:ext uri="{FF2B5EF4-FFF2-40B4-BE49-F238E27FC236}">
                  <a16:creationId xmlns:a16="http://schemas.microsoft.com/office/drawing/2014/main" id="{3D90F745-9272-99E6-144D-5E8E85D6DEEC}"/>
                </a:ext>
              </a:extLst>
            </p:cNvPr>
            <p:cNvSpPr/>
            <p:nvPr/>
          </p:nvSpPr>
          <p:spPr>
            <a:xfrm>
              <a:off x="1932652" y="4875227"/>
              <a:ext cx="143307" cy="68229"/>
            </a:xfrm>
            <a:custGeom>
              <a:avLst/>
              <a:gdLst/>
              <a:ahLst/>
              <a:cxnLst/>
              <a:rect l="l" t="t" r="r" b="b"/>
              <a:pathLst>
                <a:path w="4478" h="2132" extrusionOk="0">
                  <a:moveTo>
                    <a:pt x="4191" y="0"/>
                  </a:moveTo>
                  <a:lnTo>
                    <a:pt x="0" y="1310"/>
                  </a:lnTo>
                  <a:lnTo>
                    <a:pt x="239" y="2131"/>
                  </a:lnTo>
                  <a:lnTo>
                    <a:pt x="4477" y="774"/>
                  </a:lnTo>
                  <a:lnTo>
                    <a:pt x="41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83" name="Google Shape;1459;p38">
              <a:extLst>
                <a:ext uri="{FF2B5EF4-FFF2-40B4-BE49-F238E27FC236}">
                  <a16:creationId xmlns:a16="http://schemas.microsoft.com/office/drawing/2014/main" id="{2CC5DA38-FDB3-895E-5C32-556B1AC937B0}"/>
                </a:ext>
              </a:extLst>
            </p:cNvPr>
            <p:cNvSpPr/>
            <p:nvPr/>
          </p:nvSpPr>
          <p:spPr>
            <a:xfrm>
              <a:off x="2202430" y="4789877"/>
              <a:ext cx="142123" cy="68229"/>
            </a:xfrm>
            <a:custGeom>
              <a:avLst/>
              <a:gdLst/>
              <a:ahLst/>
              <a:cxnLst/>
              <a:rect l="l" t="t" r="r" b="b"/>
              <a:pathLst>
                <a:path w="4441" h="2132" extrusionOk="0">
                  <a:moveTo>
                    <a:pt x="4191" y="0"/>
                  </a:moveTo>
                  <a:lnTo>
                    <a:pt x="0" y="1310"/>
                  </a:lnTo>
                  <a:lnTo>
                    <a:pt x="238" y="2131"/>
                  </a:lnTo>
                  <a:lnTo>
                    <a:pt x="4441" y="774"/>
                  </a:lnTo>
                  <a:lnTo>
                    <a:pt x="41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84" name="Google Shape;1460;p38">
              <a:extLst>
                <a:ext uri="{FF2B5EF4-FFF2-40B4-BE49-F238E27FC236}">
                  <a16:creationId xmlns:a16="http://schemas.microsoft.com/office/drawing/2014/main" id="{49EDC993-C011-4516-C0C8-9C3070A85C78}"/>
                </a:ext>
              </a:extLst>
            </p:cNvPr>
            <p:cNvSpPr/>
            <p:nvPr/>
          </p:nvSpPr>
          <p:spPr>
            <a:xfrm>
              <a:off x="3522675" y="4369594"/>
              <a:ext cx="142507" cy="67461"/>
            </a:xfrm>
            <a:custGeom>
              <a:avLst/>
              <a:gdLst/>
              <a:ahLst/>
              <a:cxnLst/>
              <a:rect l="l" t="t" r="r" b="b"/>
              <a:pathLst>
                <a:path w="4453" h="2108" extrusionOk="0">
                  <a:moveTo>
                    <a:pt x="4203" y="0"/>
                  </a:moveTo>
                  <a:lnTo>
                    <a:pt x="0" y="1322"/>
                  </a:lnTo>
                  <a:lnTo>
                    <a:pt x="250" y="2108"/>
                  </a:lnTo>
                  <a:lnTo>
                    <a:pt x="4453" y="751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85" name="Google Shape;1461;p38">
              <a:extLst>
                <a:ext uri="{FF2B5EF4-FFF2-40B4-BE49-F238E27FC236}">
                  <a16:creationId xmlns:a16="http://schemas.microsoft.com/office/drawing/2014/main" id="{7AD43710-9E1B-B83D-A339-5B86C46E1852}"/>
                </a:ext>
              </a:extLst>
            </p:cNvPr>
            <p:cNvSpPr/>
            <p:nvPr/>
          </p:nvSpPr>
          <p:spPr>
            <a:xfrm>
              <a:off x="3792420" y="4283092"/>
              <a:ext cx="142539" cy="67493"/>
            </a:xfrm>
            <a:custGeom>
              <a:avLst/>
              <a:gdLst/>
              <a:ahLst/>
              <a:cxnLst/>
              <a:rect l="l" t="t" r="r" b="b"/>
              <a:pathLst>
                <a:path w="4454" h="2109" extrusionOk="0">
                  <a:moveTo>
                    <a:pt x="4204" y="1"/>
                  </a:moveTo>
                  <a:lnTo>
                    <a:pt x="1" y="1358"/>
                  </a:lnTo>
                  <a:lnTo>
                    <a:pt x="251" y="2108"/>
                  </a:lnTo>
                  <a:lnTo>
                    <a:pt x="4454" y="787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86" name="Google Shape;1462;p38">
              <a:extLst>
                <a:ext uri="{FF2B5EF4-FFF2-40B4-BE49-F238E27FC236}">
                  <a16:creationId xmlns:a16="http://schemas.microsoft.com/office/drawing/2014/main" id="{12549540-D17C-032C-3AE2-929C096D4560}"/>
                </a:ext>
              </a:extLst>
            </p:cNvPr>
            <p:cNvSpPr/>
            <p:nvPr/>
          </p:nvSpPr>
          <p:spPr>
            <a:xfrm>
              <a:off x="4061046" y="4197743"/>
              <a:ext cx="142539" cy="67493"/>
            </a:xfrm>
            <a:custGeom>
              <a:avLst/>
              <a:gdLst/>
              <a:ahLst/>
              <a:cxnLst/>
              <a:rect l="l" t="t" r="r" b="b"/>
              <a:pathLst>
                <a:path w="4454" h="2109" extrusionOk="0">
                  <a:moveTo>
                    <a:pt x="4204" y="1"/>
                  </a:moveTo>
                  <a:lnTo>
                    <a:pt x="1" y="1358"/>
                  </a:lnTo>
                  <a:lnTo>
                    <a:pt x="251" y="2108"/>
                  </a:lnTo>
                  <a:lnTo>
                    <a:pt x="4454" y="751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87" name="Google Shape;1463;p38">
              <a:extLst>
                <a:ext uri="{FF2B5EF4-FFF2-40B4-BE49-F238E27FC236}">
                  <a16:creationId xmlns:a16="http://schemas.microsoft.com/office/drawing/2014/main" id="{2E3A781D-B9E7-7D19-9249-410C51EA3504}"/>
                </a:ext>
              </a:extLst>
            </p:cNvPr>
            <p:cNvSpPr/>
            <p:nvPr/>
          </p:nvSpPr>
          <p:spPr>
            <a:xfrm>
              <a:off x="4330823" y="4112393"/>
              <a:ext cx="142539" cy="66341"/>
            </a:xfrm>
            <a:custGeom>
              <a:avLst/>
              <a:gdLst/>
              <a:ahLst/>
              <a:cxnLst/>
              <a:rect l="l" t="t" r="r" b="b"/>
              <a:pathLst>
                <a:path w="4454" h="2073" extrusionOk="0">
                  <a:moveTo>
                    <a:pt x="4203" y="1"/>
                  </a:moveTo>
                  <a:lnTo>
                    <a:pt x="0" y="1358"/>
                  </a:lnTo>
                  <a:lnTo>
                    <a:pt x="215" y="2072"/>
                  </a:lnTo>
                  <a:lnTo>
                    <a:pt x="4453" y="715"/>
                  </a:lnTo>
                  <a:lnTo>
                    <a:pt x="4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88" name="Google Shape;1464;p38">
              <a:extLst>
                <a:ext uri="{FF2B5EF4-FFF2-40B4-BE49-F238E27FC236}">
                  <a16:creationId xmlns:a16="http://schemas.microsoft.com/office/drawing/2014/main" id="{1C07EEA9-F711-BEE4-529B-F5335FF132ED}"/>
                </a:ext>
              </a:extLst>
            </p:cNvPr>
            <p:cNvSpPr/>
            <p:nvPr/>
          </p:nvSpPr>
          <p:spPr>
            <a:xfrm>
              <a:off x="4599448" y="4027044"/>
              <a:ext cx="142539" cy="66341"/>
            </a:xfrm>
            <a:custGeom>
              <a:avLst/>
              <a:gdLst/>
              <a:ahLst/>
              <a:cxnLst/>
              <a:rect l="l" t="t" r="r" b="b"/>
              <a:pathLst>
                <a:path w="4454" h="2073" extrusionOk="0">
                  <a:moveTo>
                    <a:pt x="4239" y="1"/>
                  </a:moveTo>
                  <a:lnTo>
                    <a:pt x="0" y="1358"/>
                  </a:lnTo>
                  <a:lnTo>
                    <a:pt x="250" y="2072"/>
                  </a:lnTo>
                  <a:lnTo>
                    <a:pt x="4453" y="715"/>
                  </a:lnTo>
                  <a:lnTo>
                    <a:pt x="423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89" name="Google Shape;1465;p38">
              <a:extLst>
                <a:ext uri="{FF2B5EF4-FFF2-40B4-BE49-F238E27FC236}">
                  <a16:creationId xmlns:a16="http://schemas.microsoft.com/office/drawing/2014/main" id="{A69FEC5D-E4E8-5121-2F22-750DFA8F953D}"/>
                </a:ext>
              </a:extLst>
            </p:cNvPr>
            <p:cNvSpPr/>
            <p:nvPr/>
          </p:nvSpPr>
          <p:spPr>
            <a:xfrm>
              <a:off x="4869194" y="3941694"/>
              <a:ext cx="141387" cy="64805"/>
            </a:xfrm>
            <a:custGeom>
              <a:avLst/>
              <a:gdLst/>
              <a:ahLst/>
              <a:cxnLst/>
              <a:rect l="l" t="t" r="r" b="b"/>
              <a:pathLst>
                <a:path w="4418" h="2025" extrusionOk="0">
                  <a:moveTo>
                    <a:pt x="4204" y="1"/>
                  </a:moveTo>
                  <a:lnTo>
                    <a:pt x="1" y="1322"/>
                  </a:lnTo>
                  <a:lnTo>
                    <a:pt x="215" y="2025"/>
                  </a:lnTo>
                  <a:lnTo>
                    <a:pt x="4418" y="67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90" name="Google Shape;1466;p38">
              <a:extLst>
                <a:ext uri="{FF2B5EF4-FFF2-40B4-BE49-F238E27FC236}">
                  <a16:creationId xmlns:a16="http://schemas.microsoft.com/office/drawing/2014/main" id="{6A79196B-C674-54EC-46D3-9CD476AE0A8D}"/>
                </a:ext>
              </a:extLst>
            </p:cNvPr>
            <p:cNvSpPr/>
            <p:nvPr/>
          </p:nvSpPr>
          <p:spPr>
            <a:xfrm>
              <a:off x="5137819" y="3856345"/>
              <a:ext cx="142539" cy="64805"/>
            </a:xfrm>
            <a:custGeom>
              <a:avLst/>
              <a:gdLst/>
              <a:ahLst/>
              <a:cxnLst/>
              <a:rect l="l" t="t" r="r" b="b"/>
              <a:pathLst>
                <a:path w="4454" h="2025" extrusionOk="0">
                  <a:moveTo>
                    <a:pt x="4239" y="1"/>
                  </a:moveTo>
                  <a:lnTo>
                    <a:pt x="1" y="1322"/>
                  </a:lnTo>
                  <a:lnTo>
                    <a:pt x="215" y="2025"/>
                  </a:lnTo>
                  <a:lnTo>
                    <a:pt x="4454" y="679"/>
                  </a:lnTo>
                  <a:lnTo>
                    <a:pt x="423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91" name="Google Shape;1467;p38">
              <a:extLst>
                <a:ext uri="{FF2B5EF4-FFF2-40B4-BE49-F238E27FC236}">
                  <a16:creationId xmlns:a16="http://schemas.microsoft.com/office/drawing/2014/main" id="{08B05FD2-D0C8-3FC4-7EED-A5AC97F58848}"/>
                </a:ext>
              </a:extLst>
            </p:cNvPr>
            <p:cNvSpPr/>
            <p:nvPr/>
          </p:nvSpPr>
          <p:spPr>
            <a:xfrm>
              <a:off x="5407596" y="3770995"/>
              <a:ext cx="141387" cy="63685"/>
            </a:xfrm>
            <a:custGeom>
              <a:avLst/>
              <a:gdLst/>
              <a:ahLst/>
              <a:cxnLst/>
              <a:rect l="l" t="t" r="r" b="b"/>
              <a:pathLst>
                <a:path w="4418" h="1990" extrusionOk="0">
                  <a:moveTo>
                    <a:pt x="4203" y="1"/>
                  </a:moveTo>
                  <a:lnTo>
                    <a:pt x="0" y="1322"/>
                  </a:lnTo>
                  <a:lnTo>
                    <a:pt x="215" y="1989"/>
                  </a:lnTo>
                  <a:lnTo>
                    <a:pt x="4418" y="644"/>
                  </a:lnTo>
                  <a:lnTo>
                    <a:pt x="420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92" name="Google Shape;1468;p38">
              <a:extLst>
                <a:ext uri="{FF2B5EF4-FFF2-40B4-BE49-F238E27FC236}">
                  <a16:creationId xmlns:a16="http://schemas.microsoft.com/office/drawing/2014/main" id="{221E8901-6BA8-C19F-A3A1-05DB07669144}"/>
                </a:ext>
              </a:extLst>
            </p:cNvPr>
            <p:cNvSpPr/>
            <p:nvPr/>
          </p:nvSpPr>
          <p:spPr>
            <a:xfrm>
              <a:off x="5676222" y="3684526"/>
              <a:ext cx="141387" cy="63653"/>
            </a:xfrm>
            <a:custGeom>
              <a:avLst/>
              <a:gdLst/>
              <a:ahLst/>
              <a:cxnLst/>
              <a:rect l="l" t="t" r="r" b="b"/>
              <a:pathLst>
                <a:path w="4418" h="1989" extrusionOk="0">
                  <a:moveTo>
                    <a:pt x="4239" y="0"/>
                  </a:moveTo>
                  <a:lnTo>
                    <a:pt x="0" y="1357"/>
                  </a:lnTo>
                  <a:lnTo>
                    <a:pt x="215" y="1988"/>
                  </a:lnTo>
                  <a:lnTo>
                    <a:pt x="4418" y="679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93" name="Google Shape;1469;p38">
              <a:extLst>
                <a:ext uri="{FF2B5EF4-FFF2-40B4-BE49-F238E27FC236}">
                  <a16:creationId xmlns:a16="http://schemas.microsoft.com/office/drawing/2014/main" id="{7173BE00-4B11-C3B3-F744-22ACDC08CA80}"/>
                </a:ext>
              </a:extLst>
            </p:cNvPr>
            <p:cNvSpPr/>
            <p:nvPr/>
          </p:nvSpPr>
          <p:spPr>
            <a:xfrm>
              <a:off x="5945967" y="3599176"/>
              <a:ext cx="141419" cy="63653"/>
            </a:xfrm>
            <a:custGeom>
              <a:avLst/>
              <a:gdLst/>
              <a:ahLst/>
              <a:cxnLst/>
              <a:rect l="l" t="t" r="r" b="b"/>
              <a:pathLst>
                <a:path w="4419" h="1989" extrusionOk="0">
                  <a:moveTo>
                    <a:pt x="4204" y="0"/>
                  </a:moveTo>
                  <a:lnTo>
                    <a:pt x="1" y="1357"/>
                  </a:lnTo>
                  <a:lnTo>
                    <a:pt x="215" y="1988"/>
                  </a:lnTo>
                  <a:lnTo>
                    <a:pt x="4418" y="643"/>
                  </a:lnTo>
                  <a:lnTo>
                    <a:pt x="42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94" name="Google Shape;1470;p38">
              <a:extLst>
                <a:ext uri="{FF2B5EF4-FFF2-40B4-BE49-F238E27FC236}">
                  <a16:creationId xmlns:a16="http://schemas.microsoft.com/office/drawing/2014/main" id="{4FF1867E-8065-9AD4-7490-5BBA1CA3A5BF}"/>
                </a:ext>
              </a:extLst>
            </p:cNvPr>
            <p:cNvSpPr/>
            <p:nvPr/>
          </p:nvSpPr>
          <p:spPr>
            <a:xfrm>
              <a:off x="6214593" y="3513827"/>
              <a:ext cx="141387" cy="62501"/>
            </a:xfrm>
            <a:custGeom>
              <a:avLst/>
              <a:gdLst/>
              <a:ahLst/>
              <a:cxnLst/>
              <a:rect l="l" t="t" r="r" b="b"/>
              <a:pathLst>
                <a:path w="4418" h="1953" extrusionOk="0">
                  <a:moveTo>
                    <a:pt x="4239" y="0"/>
                  </a:moveTo>
                  <a:lnTo>
                    <a:pt x="1" y="1346"/>
                  </a:lnTo>
                  <a:lnTo>
                    <a:pt x="215" y="1953"/>
                  </a:lnTo>
                  <a:lnTo>
                    <a:pt x="4418" y="643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95" name="Google Shape;1471;p38">
              <a:extLst>
                <a:ext uri="{FF2B5EF4-FFF2-40B4-BE49-F238E27FC236}">
                  <a16:creationId xmlns:a16="http://schemas.microsoft.com/office/drawing/2014/main" id="{7520FD35-21A7-31A8-F611-7B8305CE18AA}"/>
                </a:ext>
              </a:extLst>
            </p:cNvPr>
            <p:cNvSpPr/>
            <p:nvPr/>
          </p:nvSpPr>
          <p:spPr>
            <a:xfrm>
              <a:off x="6484370" y="3428477"/>
              <a:ext cx="141387" cy="62501"/>
            </a:xfrm>
            <a:custGeom>
              <a:avLst/>
              <a:gdLst/>
              <a:ahLst/>
              <a:cxnLst/>
              <a:rect l="l" t="t" r="r" b="b"/>
              <a:pathLst>
                <a:path w="4418" h="1953" extrusionOk="0">
                  <a:moveTo>
                    <a:pt x="4203" y="0"/>
                  </a:moveTo>
                  <a:lnTo>
                    <a:pt x="0" y="1310"/>
                  </a:lnTo>
                  <a:lnTo>
                    <a:pt x="179" y="1953"/>
                  </a:lnTo>
                  <a:lnTo>
                    <a:pt x="4418" y="607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96" name="Google Shape;1472;p38">
              <a:extLst>
                <a:ext uri="{FF2B5EF4-FFF2-40B4-BE49-F238E27FC236}">
                  <a16:creationId xmlns:a16="http://schemas.microsoft.com/office/drawing/2014/main" id="{7EA5943C-5D27-9BB3-0942-F991995BFF9E}"/>
                </a:ext>
              </a:extLst>
            </p:cNvPr>
            <p:cNvSpPr/>
            <p:nvPr/>
          </p:nvSpPr>
          <p:spPr>
            <a:xfrm>
              <a:off x="6752995" y="3343128"/>
              <a:ext cx="141387" cy="61381"/>
            </a:xfrm>
            <a:custGeom>
              <a:avLst/>
              <a:gdLst/>
              <a:ahLst/>
              <a:cxnLst/>
              <a:rect l="l" t="t" r="r" b="b"/>
              <a:pathLst>
                <a:path w="4418" h="1918" extrusionOk="0">
                  <a:moveTo>
                    <a:pt x="4239" y="0"/>
                  </a:moveTo>
                  <a:lnTo>
                    <a:pt x="0" y="1310"/>
                  </a:lnTo>
                  <a:lnTo>
                    <a:pt x="215" y="1917"/>
                  </a:lnTo>
                  <a:lnTo>
                    <a:pt x="4418" y="572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97" name="Google Shape;1473;p38">
              <a:extLst>
                <a:ext uri="{FF2B5EF4-FFF2-40B4-BE49-F238E27FC236}">
                  <a16:creationId xmlns:a16="http://schemas.microsoft.com/office/drawing/2014/main" id="{6519D7D0-A633-AA13-BD8C-A07334C7C31D}"/>
                </a:ext>
              </a:extLst>
            </p:cNvPr>
            <p:cNvSpPr/>
            <p:nvPr/>
          </p:nvSpPr>
          <p:spPr>
            <a:xfrm>
              <a:off x="7022773" y="3192622"/>
              <a:ext cx="57156" cy="126538"/>
            </a:xfrm>
            <a:custGeom>
              <a:avLst/>
              <a:gdLst/>
              <a:ahLst/>
              <a:cxnLst/>
              <a:rect l="l" t="t" r="r" b="b"/>
              <a:pathLst>
                <a:path w="1786" h="3954" extrusionOk="0">
                  <a:moveTo>
                    <a:pt x="536" y="0"/>
                  </a:moveTo>
                  <a:lnTo>
                    <a:pt x="286" y="572"/>
                  </a:lnTo>
                  <a:cubicBezTo>
                    <a:pt x="572" y="715"/>
                    <a:pt x="822" y="893"/>
                    <a:pt x="964" y="1179"/>
                  </a:cubicBezTo>
                  <a:cubicBezTo>
                    <a:pt x="1107" y="1429"/>
                    <a:pt x="1179" y="1750"/>
                    <a:pt x="1143" y="2072"/>
                  </a:cubicBezTo>
                  <a:cubicBezTo>
                    <a:pt x="1107" y="2358"/>
                    <a:pt x="1000" y="2679"/>
                    <a:pt x="786" y="2881"/>
                  </a:cubicBezTo>
                  <a:cubicBezTo>
                    <a:pt x="572" y="3096"/>
                    <a:pt x="357" y="3274"/>
                    <a:pt x="0" y="3346"/>
                  </a:cubicBezTo>
                  <a:lnTo>
                    <a:pt x="179" y="3953"/>
                  </a:lnTo>
                  <a:cubicBezTo>
                    <a:pt x="572" y="3846"/>
                    <a:pt x="1000" y="3596"/>
                    <a:pt x="1250" y="3274"/>
                  </a:cubicBezTo>
                  <a:cubicBezTo>
                    <a:pt x="1536" y="2953"/>
                    <a:pt x="1715" y="2536"/>
                    <a:pt x="1750" y="2108"/>
                  </a:cubicBezTo>
                  <a:cubicBezTo>
                    <a:pt x="1786" y="1679"/>
                    <a:pt x="1715" y="1250"/>
                    <a:pt x="1500" y="857"/>
                  </a:cubicBezTo>
                  <a:cubicBezTo>
                    <a:pt x="1286" y="500"/>
                    <a:pt x="929" y="179"/>
                    <a:pt x="5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98" name="Google Shape;1474;p38">
              <a:extLst>
                <a:ext uri="{FF2B5EF4-FFF2-40B4-BE49-F238E27FC236}">
                  <a16:creationId xmlns:a16="http://schemas.microsoft.com/office/drawing/2014/main" id="{D3C57A99-0D34-D49E-3CC5-2D246D19B9F2}"/>
                </a:ext>
              </a:extLst>
            </p:cNvPr>
            <p:cNvSpPr/>
            <p:nvPr/>
          </p:nvSpPr>
          <p:spPr>
            <a:xfrm>
              <a:off x="6772421" y="3082503"/>
              <a:ext cx="137963" cy="72806"/>
            </a:xfrm>
            <a:custGeom>
              <a:avLst/>
              <a:gdLst/>
              <a:ahLst/>
              <a:cxnLst/>
              <a:rect l="l" t="t" r="r" b="b"/>
              <a:pathLst>
                <a:path w="4311" h="2275" extrusionOk="0">
                  <a:moveTo>
                    <a:pt x="215" y="0"/>
                  </a:moveTo>
                  <a:lnTo>
                    <a:pt x="1" y="572"/>
                  </a:lnTo>
                  <a:lnTo>
                    <a:pt x="4061" y="2274"/>
                  </a:lnTo>
                  <a:lnTo>
                    <a:pt x="4311" y="1739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199" name="Google Shape;1475;p38">
              <a:extLst>
                <a:ext uri="{FF2B5EF4-FFF2-40B4-BE49-F238E27FC236}">
                  <a16:creationId xmlns:a16="http://schemas.microsoft.com/office/drawing/2014/main" id="{1D5B40BC-55D6-BA0D-C020-9BA5E0688FE6}"/>
                </a:ext>
              </a:extLst>
            </p:cNvPr>
            <p:cNvSpPr/>
            <p:nvPr/>
          </p:nvSpPr>
          <p:spPr>
            <a:xfrm>
              <a:off x="6512948" y="2972000"/>
              <a:ext cx="136811" cy="72806"/>
            </a:xfrm>
            <a:custGeom>
              <a:avLst/>
              <a:gdLst/>
              <a:ahLst/>
              <a:cxnLst/>
              <a:rect l="l" t="t" r="r" b="b"/>
              <a:pathLst>
                <a:path w="4275" h="2275" extrusionOk="0">
                  <a:moveTo>
                    <a:pt x="215" y="0"/>
                  </a:moveTo>
                  <a:lnTo>
                    <a:pt x="0" y="536"/>
                  </a:lnTo>
                  <a:lnTo>
                    <a:pt x="4060" y="2275"/>
                  </a:lnTo>
                  <a:lnTo>
                    <a:pt x="4275" y="1739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00" name="Google Shape;1476;p38">
              <a:extLst>
                <a:ext uri="{FF2B5EF4-FFF2-40B4-BE49-F238E27FC236}">
                  <a16:creationId xmlns:a16="http://schemas.microsoft.com/office/drawing/2014/main" id="{9FCE0BA9-4A0F-62B1-93CD-6D1AEFF897B1}"/>
                </a:ext>
              </a:extLst>
            </p:cNvPr>
            <p:cNvSpPr/>
            <p:nvPr/>
          </p:nvSpPr>
          <p:spPr>
            <a:xfrm>
              <a:off x="6252323" y="2861497"/>
              <a:ext cx="137579" cy="71686"/>
            </a:xfrm>
            <a:custGeom>
              <a:avLst/>
              <a:gdLst/>
              <a:ahLst/>
              <a:cxnLst/>
              <a:rect l="l" t="t" r="r" b="b"/>
              <a:pathLst>
                <a:path w="4299" h="2240" extrusionOk="0">
                  <a:moveTo>
                    <a:pt x="251" y="1"/>
                  </a:moveTo>
                  <a:lnTo>
                    <a:pt x="1" y="501"/>
                  </a:lnTo>
                  <a:lnTo>
                    <a:pt x="4096" y="2239"/>
                  </a:lnTo>
                  <a:lnTo>
                    <a:pt x="4299" y="1751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01" name="Google Shape;1477;p38">
              <a:extLst>
                <a:ext uri="{FF2B5EF4-FFF2-40B4-BE49-F238E27FC236}">
                  <a16:creationId xmlns:a16="http://schemas.microsoft.com/office/drawing/2014/main" id="{718C7500-33E7-4114-839C-787D001D6A1C}"/>
                </a:ext>
              </a:extLst>
            </p:cNvPr>
            <p:cNvSpPr/>
            <p:nvPr/>
          </p:nvSpPr>
          <p:spPr>
            <a:xfrm>
              <a:off x="5992850" y="2750994"/>
              <a:ext cx="136427" cy="72070"/>
            </a:xfrm>
            <a:custGeom>
              <a:avLst/>
              <a:gdLst/>
              <a:ahLst/>
              <a:cxnLst/>
              <a:rect l="l" t="t" r="r" b="b"/>
              <a:pathLst>
                <a:path w="4263" h="2252" extrusionOk="0">
                  <a:moveTo>
                    <a:pt x="215" y="1"/>
                  </a:moveTo>
                  <a:lnTo>
                    <a:pt x="0" y="501"/>
                  </a:lnTo>
                  <a:lnTo>
                    <a:pt x="4049" y="2251"/>
                  </a:lnTo>
                  <a:lnTo>
                    <a:pt x="4263" y="1715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02" name="Google Shape;1478;p38">
              <a:extLst>
                <a:ext uri="{FF2B5EF4-FFF2-40B4-BE49-F238E27FC236}">
                  <a16:creationId xmlns:a16="http://schemas.microsoft.com/office/drawing/2014/main" id="{32D05451-DF23-5CC2-837F-39E9C89926C3}"/>
                </a:ext>
              </a:extLst>
            </p:cNvPr>
            <p:cNvSpPr/>
            <p:nvPr/>
          </p:nvSpPr>
          <p:spPr>
            <a:xfrm>
              <a:off x="5733377" y="2640874"/>
              <a:ext cx="136427" cy="70534"/>
            </a:xfrm>
            <a:custGeom>
              <a:avLst/>
              <a:gdLst/>
              <a:ahLst/>
              <a:cxnLst/>
              <a:rect l="l" t="t" r="r" b="b"/>
              <a:pathLst>
                <a:path w="4263" h="2204" extrusionOk="0">
                  <a:moveTo>
                    <a:pt x="215" y="1"/>
                  </a:moveTo>
                  <a:lnTo>
                    <a:pt x="0" y="453"/>
                  </a:lnTo>
                  <a:lnTo>
                    <a:pt x="4048" y="2204"/>
                  </a:lnTo>
                  <a:lnTo>
                    <a:pt x="4263" y="1704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03" name="Google Shape;1479;p38">
              <a:extLst>
                <a:ext uri="{FF2B5EF4-FFF2-40B4-BE49-F238E27FC236}">
                  <a16:creationId xmlns:a16="http://schemas.microsoft.com/office/drawing/2014/main" id="{A45E3E7F-8B8D-50C0-9B6B-35AD2A9DC004}"/>
                </a:ext>
              </a:extLst>
            </p:cNvPr>
            <p:cNvSpPr/>
            <p:nvPr/>
          </p:nvSpPr>
          <p:spPr>
            <a:xfrm>
              <a:off x="5473905" y="2530403"/>
              <a:ext cx="136427" cy="70502"/>
            </a:xfrm>
            <a:custGeom>
              <a:avLst/>
              <a:gdLst/>
              <a:ahLst/>
              <a:cxnLst/>
              <a:rect l="l" t="t" r="r" b="b"/>
              <a:pathLst>
                <a:path w="4263" h="2203" extrusionOk="0">
                  <a:moveTo>
                    <a:pt x="179" y="0"/>
                  </a:moveTo>
                  <a:lnTo>
                    <a:pt x="0" y="464"/>
                  </a:lnTo>
                  <a:lnTo>
                    <a:pt x="4048" y="2203"/>
                  </a:lnTo>
                  <a:lnTo>
                    <a:pt x="4263" y="1703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04" name="Google Shape;1480;p38">
              <a:extLst>
                <a:ext uri="{FF2B5EF4-FFF2-40B4-BE49-F238E27FC236}">
                  <a16:creationId xmlns:a16="http://schemas.microsoft.com/office/drawing/2014/main" id="{CB786F89-5E68-8B01-18D7-C5373827AD9C}"/>
                </a:ext>
              </a:extLst>
            </p:cNvPr>
            <p:cNvSpPr/>
            <p:nvPr/>
          </p:nvSpPr>
          <p:spPr>
            <a:xfrm>
              <a:off x="5214048" y="2418748"/>
              <a:ext cx="135659" cy="70534"/>
            </a:xfrm>
            <a:custGeom>
              <a:avLst/>
              <a:gdLst/>
              <a:ahLst/>
              <a:cxnLst/>
              <a:rect l="l" t="t" r="r" b="b"/>
              <a:pathLst>
                <a:path w="4239" h="2204" extrusionOk="0">
                  <a:moveTo>
                    <a:pt x="179" y="1"/>
                  </a:moveTo>
                  <a:lnTo>
                    <a:pt x="0" y="465"/>
                  </a:lnTo>
                  <a:lnTo>
                    <a:pt x="4060" y="2203"/>
                  </a:lnTo>
                  <a:lnTo>
                    <a:pt x="4239" y="1751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05" name="Google Shape;1481;p38">
              <a:extLst>
                <a:ext uri="{FF2B5EF4-FFF2-40B4-BE49-F238E27FC236}">
                  <a16:creationId xmlns:a16="http://schemas.microsoft.com/office/drawing/2014/main" id="{031F096F-D8EE-0ACB-B73F-137388177F8E}"/>
                </a:ext>
              </a:extLst>
            </p:cNvPr>
            <p:cNvSpPr/>
            <p:nvPr/>
          </p:nvSpPr>
          <p:spPr>
            <a:xfrm>
              <a:off x="4953423" y="2308245"/>
              <a:ext cx="136811" cy="70918"/>
            </a:xfrm>
            <a:custGeom>
              <a:avLst/>
              <a:gdLst/>
              <a:ahLst/>
              <a:cxnLst/>
              <a:rect l="l" t="t" r="r" b="b"/>
              <a:pathLst>
                <a:path w="4275" h="2216" extrusionOk="0">
                  <a:moveTo>
                    <a:pt x="214" y="1"/>
                  </a:moveTo>
                  <a:lnTo>
                    <a:pt x="0" y="465"/>
                  </a:lnTo>
                  <a:lnTo>
                    <a:pt x="4060" y="2215"/>
                  </a:lnTo>
                  <a:lnTo>
                    <a:pt x="4275" y="1751"/>
                  </a:lnTo>
                  <a:lnTo>
                    <a:pt x="2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06" name="Google Shape;1482;p38">
              <a:extLst>
                <a:ext uri="{FF2B5EF4-FFF2-40B4-BE49-F238E27FC236}">
                  <a16:creationId xmlns:a16="http://schemas.microsoft.com/office/drawing/2014/main" id="{0D8AC0F3-FDD1-8BB0-6DA8-84DCB9DEFEE3}"/>
                </a:ext>
              </a:extLst>
            </p:cNvPr>
            <p:cNvSpPr/>
            <p:nvPr/>
          </p:nvSpPr>
          <p:spPr>
            <a:xfrm>
              <a:off x="4693950" y="2198126"/>
              <a:ext cx="136811" cy="69381"/>
            </a:xfrm>
            <a:custGeom>
              <a:avLst/>
              <a:gdLst/>
              <a:ahLst/>
              <a:cxnLst/>
              <a:rect l="l" t="t" r="r" b="b"/>
              <a:pathLst>
                <a:path w="4275" h="2168" extrusionOk="0">
                  <a:moveTo>
                    <a:pt x="214" y="1"/>
                  </a:moveTo>
                  <a:lnTo>
                    <a:pt x="0" y="418"/>
                  </a:lnTo>
                  <a:cubicBezTo>
                    <a:pt x="357" y="596"/>
                    <a:pt x="679" y="703"/>
                    <a:pt x="1036" y="882"/>
                  </a:cubicBezTo>
                  <a:lnTo>
                    <a:pt x="2036" y="1311"/>
                  </a:lnTo>
                  <a:lnTo>
                    <a:pt x="4060" y="2168"/>
                  </a:lnTo>
                  <a:lnTo>
                    <a:pt x="4274" y="1739"/>
                  </a:lnTo>
                  <a:lnTo>
                    <a:pt x="2203" y="846"/>
                  </a:lnTo>
                  <a:lnTo>
                    <a:pt x="1214" y="418"/>
                  </a:lnTo>
                  <a:cubicBezTo>
                    <a:pt x="893" y="275"/>
                    <a:pt x="500" y="144"/>
                    <a:pt x="2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07" name="Google Shape;1483;p38">
              <a:extLst>
                <a:ext uri="{FF2B5EF4-FFF2-40B4-BE49-F238E27FC236}">
                  <a16:creationId xmlns:a16="http://schemas.microsoft.com/office/drawing/2014/main" id="{8D1D6E8E-39F9-700B-EB29-7D91FC8EEEB3}"/>
                </a:ext>
              </a:extLst>
            </p:cNvPr>
            <p:cNvSpPr/>
            <p:nvPr/>
          </p:nvSpPr>
          <p:spPr>
            <a:xfrm>
              <a:off x="4682494" y="2038500"/>
              <a:ext cx="141387" cy="53732"/>
            </a:xfrm>
            <a:custGeom>
              <a:avLst/>
              <a:gdLst/>
              <a:ahLst/>
              <a:cxnLst/>
              <a:rect l="l" t="t" r="r" b="b"/>
              <a:pathLst>
                <a:path w="4418" h="1679" extrusionOk="0">
                  <a:moveTo>
                    <a:pt x="4311" y="0"/>
                  </a:moveTo>
                  <a:lnTo>
                    <a:pt x="2144" y="536"/>
                  </a:lnTo>
                  <a:lnTo>
                    <a:pt x="1072" y="822"/>
                  </a:lnTo>
                  <a:cubicBezTo>
                    <a:pt x="715" y="893"/>
                    <a:pt x="322" y="1036"/>
                    <a:pt x="1" y="1322"/>
                  </a:cubicBezTo>
                  <a:lnTo>
                    <a:pt x="287" y="1679"/>
                  </a:lnTo>
                  <a:cubicBezTo>
                    <a:pt x="537" y="1465"/>
                    <a:pt x="822" y="1358"/>
                    <a:pt x="1215" y="1250"/>
                  </a:cubicBezTo>
                  <a:lnTo>
                    <a:pt x="2287" y="1000"/>
                  </a:lnTo>
                  <a:lnTo>
                    <a:pt x="4418" y="429"/>
                  </a:lnTo>
                  <a:lnTo>
                    <a:pt x="43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08" name="Google Shape;1484;p38">
              <a:extLst>
                <a:ext uri="{FF2B5EF4-FFF2-40B4-BE49-F238E27FC236}">
                  <a16:creationId xmlns:a16="http://schemas.microsoft.com/office/drawing/2014/main" id="{182A8D27-C53F-9C5F-BEF9-6BF8770F3D32}"/>
                </a:ext>
              </a:extLst>
            </p:cNvPr>
            <p:cNvSpPr/>
            <p:nvPr/>
          </p:nvSpPr>
          <p:spPr>
            <a:xfrm>
              <a:off x="4956847" y="1969151"/>
              <a:ext cx="140235" cy="48036"/>
            </a:xfrm>
            <a:custGeom>
              <a:avLst/>
              <a:gdLst/>
              <a:ahLst/>
              <a:cxnLst/>
              <a:rect l="l" t="t" r="r" b="b"/>
              <a:pathLst>
                <a:path w="4382" h="1501" extrusionOk="0">
                  <a:moveTo>
                    <a:pt x="4275" y="0"/>
                  </a:moveTo>
                  <a:lnTo>
                    <a:pt x="0" y="1072"/>
                  </a:lnTo>
                  <a:lnTo>
                    <a:pt x="107" y="1500"/>
                  </a:lnTo>
                  <a:lnTo>
                    <a:pt x="4382" y="393"/>
                  </a:lnTo>
                  <a:lnTo>
                    <a:pt x="42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09" name="Google Shape;1485;p38">
              <a:extLst>
                <a:ext uri="{FF2B5EF4-FFF2-40B4-BE49-F238E27FC236}">
                  <a16:creationId xmlns:a16="http://schemas.microsoft.com/office/drawing/2014/main" id="{658949A0-5CE3-ED75-9542-93F816613039}"/>
                </a:ext>
              </a:extLst>
            </p:cNvPr>
            <p:cNvSpPr/>
            <p:nvPr/>
          </p:nvSpPr>
          <p:spPr>
            <a:xfrm>
              <a:off x="5230049" y="1898651"/>
              <a:ext cx="140235" cy="48804"/>
            </a:xfrm>
            <a:custGeom>
              <a:avLst/>
              <a:gdLst/>
              <a:ahLst/>
              <a:cxnLst/>
              <a:rect l="l" t="t" r="r" b="b"/>
              <a:pathLst>
                <a:path w="4382" h="1525" extrusionOk="0">
                  <a:moveTo>
                    <a:pt x="4274" y="1"/>
                  </a:moveTo>
                  <a:lnTo>
                    <a:pt x="0" y="1108"/>
                  </a:lnTo>
                  <a:lnTo>
                    <a:pt x="107" y="1525"/>
                  </a:lnTo>
                  <a:lnTo>
                    <a:pt x="4382" y="429"/>
                  </a:lnTo>
                  <a:lnTo>
                    <a:pt x="427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10" name="Google Shape;1486;p38">
              <a:extLst>
                <a:ext uri="{FF2B5EF4-FFF2-40B4-BE49-F238E27FC236}">
                  <a16:creationId xmlns:a16="http://schemas.microsoft.com/office/drawing/2014/main" id="{7EF4710B-058E-2FBD-69C6-CC6A92E856BB}"/>
                </a:ext>
              </a:extLst>
            </p:cNvPr>
            <p:cNvSpPr/>
            <p:nvPr/>
          </p:nvSpPr>
          <p:spPr>
            <a:xfrm>
              <a:off x="5504371" y="1829302"/>
              <a:ext cx="140235" cy="47652"/>
            </a:xfrm>
            <a:custGeom>
              <a:avLst/>
              <a:gdLst/>
              <a:ahLst/>
              <a:cxnLst/>
              <a:rect l="l" t="t" r="r" b="b"/>
              <a:pathLst>
                <a:path w="4382" h="1489" extrusionOk="0">
                  <a:moveTo>
                    <a:pt x="4275" y="1"/>
                  </a:moveTo>
                  <a:lnTo>
                    <a:pt x="1" y="1060"/>
                  </a:lnTo>
                  <a:lnTo>
                    <a:pt x="108" y="1489"/>
                  </a:lnTo>
                  <a:lnTo>
                    <a:pt x="4382" y="394"/>
                  </a:lnTo>
                  <a:lnTo>
                    <a:pt x="42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11" name="Google Shape;1487;p38">
              <a:extLst>
                <a:ext uri="{FF2B5EF4-FFF2-40B4-BE49-F238E27FC236}">
                  <a16:creationId xmlns:a16="http://schemas.microsoft.com/office/drawing/2014/main" id="{65847157-2A3C-8BB2-AB19-0E7D9CFF1D04}"/>
                </a:ext>
              </a:extLst>
            </p:cNvPr>
            <p:cNvSpPr/>
            <p:nvPr/>
          </p:nvSpPr>
          <p:spPr>
            <a:xfrm>
              <a:off x="5777572" y="1758450"/>
              <a:ext cx="140235" cy="48036"/>
            </a:xfrm>
            <a:custGeom>
              <a:avLst/>
              <a:gdLst/>
              <a:ahLst/>
              <a:cxnLst/>
              <a:rect l="l" t="t" r="r" b="b"/>
              <a:pathLst>
                <a:path w="4382" h="1501" extrusionOk="0">
                  <a:moveTo>
                    <a:pt x="4275" y="0"/>
                  </a:moveTo>
                  <a:lnTo>
                    <a:pt x="0" y="1107"/>
                  </a:lnTo>
                  <a:lnTo>
                    <a:pt x="108" y="1500"/>
                  </a:lnTo>
                  <a:lnTo>
                    <a:pt x="4382" y="393"/>
                  </a:lnTo>
                  <a:lnTo>
                    <a:pt x="42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12" name="Google Shape;1488;p38">
              <a:extLst>
                <a:ext uri="{FF2B5EF4-FFF2-40B4-BE49-F238E27FC236}">
                  <a16:creationId xmlns:a16="http://schemas.microsoft.com/office/drawing/2014/main" id="{A8328D6E-B52C-70FC-53F1-B943E0A1D593}"/>
                </a:ext>
              </a:extLst>
            </p:cNvPr>
            <p:cNvSpPr/>
            <p:nvPr/>
          </p:nvSpPr>
          <p:spPr>
            <a:xfrm>
              <a:off x="6051894" y="1689101"/>
              <a:ext cx="139115" cy="46884"/>
            </a:xfrm>
            <a:custGeom>
              <a:avLst/>
              <a:gdLst/>
              <a:ahLst/>
              <a:cxnLst/>
              <a:rect l="l" t="t" r="r" b="b"/>
              <a:pathLst>
                <a:path w="4347" h="1465" extrusionOk="0">
                  <a:moveTo>
                    <a:pt x="4275" y="0"/>
                  </a:moveTo>
                  <a:lnTo>
                    <a:pt x="1" y="1107"/>
                  </a:lnTo>
                  <a:lnTo>
                    <a:pt x="72" y="1465"/>
                  </a:lnTo>
                  <a:lnTo>
                    <a:pt x="4347" y="357"/>
                  </a:lnTo>
                  <a:lnTo>
                    <a:pt x="42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13" name="Google Shape;1489;p38">
              <a:extLst>
                <a:ext uri="{FF2B5EF4-FFF2-40B4-BE49-F238E27FC236}">
                  <a16:creationId xmlns:a16="http://schemas.microsoft.com/office/drawing/2014/main" id="{841CDFAB-0354-1287-8984-6F68B01CC922}"/>
                </a:ext>
              </a:extLst>
            </p:cNvPr>
            <p:cNvSpPr/>
            <p:nvPr/>
          </p:nvSpPr>
          <p:spPr>
            <a:xfrm>
              <a:off x="6325096" y="1619753"/>
              <a:ext cx="140267" cy="45380"/>
            </a:xfrm>
            <a:custGeom>
              <a:avLst/>
              <a:gdLst/>
              <a:ahLst/>
              <a:cxnLst/>
              <a:rect l="l" t="t" r="r" b="b"/>
              <a:pathLst>
                <a:path w="4383" h="1418" extrusionOk="0">
                  <a:moveTo>
                    <a:pt x="4275" y="0"/>
                  </a:moveTo>
                  <a:lnTo>
                    <a:pt x="1" y="1072"/>
                  </a:lnTo>
                  <a:lnTo>
                    <a:pt x="108" y="1417"/>
                  </a:lnTo>
                  <a:lnTo>
                    <a:pt x="4382" y="322"/>
                  </a:lnTo>
                  <a:lnTo>
                    <a:pt x="42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14" name="Google Shape;1490;p38">
              <a:extLst>
                <a:ext uri="{FF2B5EF4-FFF2-40B4-BE49-F238E27FC236}">
                  <a16:creationId xmlns:a16="http://schemas.microsoft.com/office/drawing/2014/main" id="{9FB9F953-552D-7C9B-060F-05DA10356AB2}"/>
                </a:ext>
              </a:extLst>
            </p:cNvPr>
            <p:cNvSpPr/>
            <p:nvPr/>
          </p:nvSpPr>
          <p:spPr>
            <a:xfrm>
              <a:off x="6599449" y="1549252"/>
              <a:ext cx="139083" cy="45380"/>
            </a:xfrm>
            <a:custGeom>
              <a:avLst/>
              <a:gdLst/>
              <a:ahLst/>
              <a:cxnLst/>
              <a:rect l="l" t="t" r="r" b="b"/>
              <a:pathLst>
                <a:path w="4346" h="1418" extrusionOk="0">
                  <a:moveTo>
                    <a:pt x="4275" y="1"/>
                  </a:moveTo>
                  <a:lnTo>
                    <a:pt x="0" y="1096"/>
                  </a:lnTo>
                  <a:lnTo>
                    <a:pt x="72" y="1417"/>
                  </a:lnTo>
                  <a:lnTo>
                    <a:pt x="4346" y="322"/>
                  </a:lnTo>
                  <a:lnTo>
                    <a:pt x="42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15" name="Google Shape;1491;p38">
              <a:extLst>
                <a:ext uri="{FF2B5EF4-FFF2-40B4-BE49-F238E27FC236}">
                  <a16:creationId xmlns:a16="http://schemas.microsoft.com/office/drawing/2014/main" id="{8263CA54-1004-3B06-5670-1FCFE7FB450D}"/>
                </a:ext>
              </a:extLst>
            </p:cNvPr>
            <p:cNvSpPr/>
            <p:nvPr/>
          </p:nvSpPr>
          <p:spPr>
            <a:xfrm>
              <a:off x="6872619" y="1479904"/>
              <a:ext cx="140267" cy="45380"/>
            </a:xfrm>
            <a:custGeom>
              <a:avLst/>
              <a:gdLst/>
              <a:ahLst/>
              <a:cxnLst/>
              <a:rect l="l" t="t" r="r" b="b"/>
              <a:pathLst>
                <a:path w="4383" h="1418" extrusionOk="0">
                  <a:moveTo>
                    <a:pt x="4275" y="1"/>
                  </a:moveTo>
                  <a:lnTo>
                    <a:pt x="1" y="1060"/>
                  </a:lnTo>
                  <a:lnTo>
                    <a:pt x="72" y="1418"/>
                  </a:lnTo>
                  <a:lnTo>
                    <a:pt x="4382" y="310"/>
                  </a:lnTo>
                  <a:lnTo>
                    <a:pt x="42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16" name="Google Shape;1492;p38">
              <a:extLst>
                <a:ext uri="{FF2B5EF4-FFF2-40B4-BE49-F238E27FC236}">
                  <a16:creationId xmlns:a16="http://schemas.microsoft.com/office/drawing/2014/main" id="{96933066-9B85-9B29-C8D5-A327B6843CD7}"/>
                </a:ext>
              </a:extLst>
            </p:cNvPr>
            <p:cNvSpPr/>
            <p:nvPr/>
          </p:nvSpPr>
          <p:spPr>
            <a:xfrm>
              <a:off x="7145821" y="1409051"/>
              <a:ext cx="139883" cy="45732"/>
            </a:xfrm>
            <a:custGeom>
              <a:avLst/>
              <a:gdLst/>
              <a:ahLst/>
              <a:cxnLst/>
              <a:rect l="l" t="t" r="r" b="b"/>
              <a:pathLst>
                <a:path w="4371" h="1429" extrusionOk="0">
                  <a:moveTo>
                    <a:pt x="4311" y="0"/>
                  </a:moveTo>
                  <a:lnTo>
                    <a:pt x="1" y="1107"/>
                  </a:lnTo>
                  <a:lnTo>
                    <a:pt x="108" y="1429"/>
                  </a:lnTo>
                  <a:lnTo>
                    <a:pt x="4370" y="322"/>
                  </a:lnTo>
                  <a:lnTo>
                    <a:pt x="43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17" name="Google Shape;1493;p38">
              <a:extLst>
                <a:ext uri="{FF2B5EF4-FFF2-40B4-BE49-F238E27FC236}">
                  <a16:creationId xmlns:a16="http://schemas.microsoft.com/office/drawing/2014/main" id="{AB3ECFA5-61B5-2B98-DC5E-CE1C8353A570}"/>
                </a:ext>
              </a:extLst>
            </p:cNvPr>
            <p:cNvSpPr/>
            <p:nvPr/>
          </p:nvSpPr>
          <p:spPr>
            <a:xfrm>
              <a:off x="7420174" y="1339702"/>
              <a:ext cx="138699" cy="44611"/>
            </a:xfrm>
            <a:custGeom>
              <a:avLst/>
              <a:gdLst/>
              <a:ahLst/>
              <a:cxnLst/>
              <a:rect l="l" t="t" r="r" b="b"/>
              <a:pathLst>
                <a:path w="4334" h="1394" extrusionOk="0">
                  <a:moveTo>
                    <a:pt x="4263" y="0"/>
                  </a:moveTo>
                  <a:lnTo>
                    <a:pt x="0" y="1107"/>
                  </a:lnTo>
                  <a:lnTo>
                    <a:pt x="72" y="1393"/>
                  </a:lnTo>
                  <a:lnTo>
                    <a:pt x="4334" y="286"/>
                  </a:lnTo>
                  <a:lnTo>
                    <a:pt x="426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18" name="Google Shape;1494;p38">
              <a:extLst>
                <a:ext uri="{FF2B5EF4-FFF2-40B4-BE49-F238E27FC236}">
                  <a16:creationId xmlns:a16="http://schemas.microsoft.com/office/drawing/2014/main" id="{8CFF6CD6-4FBF-845F-D0D5-352A3C7A53A3}"/>
                </a:ext>
              </a:extLst>
            </p:cNvPr>
            <p:cNvSpPr/>
            <p:nvPr/>
          </p:nvSpPr>
          <p:spPr>
            <a:xfrm>
              <a:off x="7693376" y="1269202"/>
              <a:ext cx="139851" cy="44227"/>
            </a:xfrm>
            <a:custGeom>
              <a:avLst/>
              <a:gdLst/>
              <a:ahLst/>
              <a:cxnLst/>
              <a:rect l="l" t="t" r="r" b="b"/>
              <a:pathLst>
                <a:path w="4370" h="1382" extrusionOk="0">
                  <a:moveTo>
                    <a:pt x="4298" y="1"/>
                  </a:moveTo>
                  <a:lnTo>
                    <a:pt x="0" y="1096"/>
                  </a:lnTo>
                  <a:lnTo>
                    <a:pt x="71" y="1382"/>
                  </a:lnTo>
                  <a:lnTo>
                    <a:pt x="4370" y="286"/>
                  </a:lnTo>
                  <a:lnTo>
                    <a:pt x="429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19" name="Google Shape;1495;p38">
              <a:extLst>
                <a:ext uri="{FF2B5EF4-FFF2-40B4-BE49-F238E27FC236}">
                  <a16:creationId xmlns:a16="http://schemas.microsoft.com/office/drawing/2014/main" id="{83DD1098-D81E-89AB-EB51-F67D8C49E624}"/>
                </a:ext>
              </a:extLst>
            </p:cNvPr>
            <p:cNvSpPr/>
            <p:nvPr/>
          </p:nvSpPr>
          <p:spPr>
            <a:xfrm>
              <a:off x="7745571" y="1140426"/>
              <a:ext cx="139083" cy="49188"/>
            </a:xfrm>
            <a:custGeom>
              <a:avLst/>
              <a:gdLst/>
              <a:ahLst/>
              <a:cxnLst/>
              <a:rect l="l" t="t" r="r" b="b"/>
              <a:pathLst>
                <a:path w="4346" h="1537" extrusionOk="0">
                  <a:moveTo>
                    <a:pt x="72" y="0"/>
                  </a:moveTo>
                  <a:lnTo>
                    <a:pt x="0" y="250"/>
                  </a:lnTo>
                  <a:lnTo>
                    <a:pt x="2108" y="893"/>
                  </a:lnTo>
                  <a:lnTo>
                    <a:pt x="3167" y="1215"/>
                  </a:lnTo>
                  <a:lnTo>
                    <a:pt x="3703" y="1358"/>
                  </a:lnTo>
                  <a:cubicBezTo>
                    <a:pt x="3882" y="1429"/>
                    <a:pt x="4060" y="1465"/>
                    <a:pt x="4203" y="1536"/>
                  </a:cubicBezTo>
                  <a:lnTo>
                    <a:pt x="4346" y="1286"/>
                  </a:lnTo>
                  <a:cubicBezTo>
                    <a:pt x="4167" y="1179"/>
                    <a:pt x="3953" y="1143"/>
                    <a:pt x="3774" y="1108"/>
                  </a:cubicBezTo>
                  <a:lnTo>
                    <a:pt x="3239" y="929"/>
                  </a:lnTo>
                  <a:lnTo>
                    <a:pt x="2215" y="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20" name="Google Shape;1496;p38">
              <a:extLst>
                <a:ext uri="{FF2B5EF4-FFF2-40B4-BE49-F238E27FC236}">
                  <a16:creationId xmlns:a16="http://schemas.microsoft.com/office/drawing/2014/main" id="{EC11EDD1-D282-DDB4-1F24-85111E195486}"/>
                </a:ext>
              </a:extLst>
            </p:cNvPr>
            <p:cNvSpPr/>
            <p:nvPr/>
          </p:nvSpPr>
          <p:spPr>
            <a:xfrm>
              <a:off x="7474642" y="1060772"/>
              <a:ext cx="137963" cy="48068"/>
            </a:xfrm>
            <a:custGeom>
              <a:avLst/>
              <a:gdLst/>
              <a:ahLst/>
              <a:cxnLst/>
              <a:rect l="l" t="t" r="r" b="b"/>
              <a:pathLst>
                <a:path w="4311" h="1502" extrusionOk="0">
                  <a:moveTo>
                    <a:pt x="72" y="1"/>
                  </a:moveTo>
                  <a:lnTo>
                    <a:pt x="1" y="251"/>
                  </a:lnTo>
                  <a:lnTo>
                    <a:pt x="4239" y="1501"/>
                  </a:lnTo>
                  <a:lnTo>
                    <a:pt x="4311" y="1251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21" name="Google Shape;1497;p38">
              <a:extLst>
                <a:ext uri="{FF2B5EF4-FFF2-40B4-BE49-F238E27FC236}">
                  <a16:creationId xmlns:a16="http://schemas.microsoft.com/office/drawing/2014/main" id="{49CD59B8-7385-DC2D-1858-A823AD9A795D}"/>
                </a:ext>
              </a:extLst>
            </p:cNvPr>
            <p:cNvSpPr/>
            <p:nvPr/>
          </p:nvSpPr>
          <p:spPr>
            <a:xfrm>
              <a:off x="7203744" y="982303"/>
              <a:ext cx="137963" cy="46884"/>
            </a:xfrm>
            <a:custGeom>
              <a:avLst/>
              <a:gdLst/>
              <a:ahLst/>
              <a:cxnLst/>
              <a:rect l="l" t="t" r="r" b="b"/>
              <a:pathLst>
                <a:path w="4311" h="1465" extrusionOk="0">
                  <a:moveTo>
                    <a:pt x="72" y="0"/>
                  </a:moveTo>
                  <a:lnTo>
                    <a:pt x="0" y="214"/>
                  </a:lnTo>
                  <a:lnTo>
                    <a:pt x="4239" y="1465"/>
                  </a:lnTo>
                  <a:lnTo>
                    <a:pt x="4311" y="125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22" name="Google Shape;1498;p38">
              <a:extLst>
                <a:ext uri="{FF2B5EF4-FFF2-40B4-BE49-F238E27FC236}">
                  <a16:creationId xmlns:a16="http://schemas.microsoft.com/office/drawing/2014/main" id="{DEA918D7-166E-D8F7-61F0-1F328724B9F8}"/>
                </a:ext>
              </a:extLst>
            </p:cNvPr>
            <p:cNvSpPr/>
            <p:nvPr/>
          </p:nvSpPr>
          <p:spPr>
            <a:xfrm>
              <a:off x="6932847" y="902650"/>
              <a:ext cx="137963" cy="46532"/>
            </a:xfrm>
            <a:custGeom>
              <a:avLst/>
              <a:gdLst/>
              <a:ahLst/>
              <a:cxnLst/>
              <a:rect l="l" t="t" r="r" b="b"/>
              <a:pathLst>
                <a:path w="4311" h="1454" extrusionOk="0">
                  <a:moveTo>
                    <a:pt x="72" y="1"/>
                  </a:moveTo>
                  <a:lnTo>
                    <a:pt x="0" y="215"/>
                  </a:lnTo>
                  <a:lnTo>
                    <a:pt x="4239" y="1453"/>
                  </a:lnTo>
                  <a:lnTo>
                    <a:pt x="4310" y="1251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23" name="Google Shape;1499;p38">
              <a:extLst>
                <a:ext uri="{FF2B5EF4-FFF2-40B4-BE49-F238E27FC236}">
                  <a16:creationId xmlns:a16="http://schemas.microsoft.com/office/drawing/2014/main" id="{0E5FBA12-A362-87EB-683D-1B53499EAB28}"/>
                </a:ext>
              </a:extLst>
            </p:cNvPr>
            <p:cNvSpPr/>
            <p:nvPr/>
          </p:nvSpPr>
          <p:spPr>
            <a:xfrm>
              <a:off x="6661917" y="823029"/>
              <a:ext cx="136811" cy="46500"/>
            </a:xfrm>
            <a:custGeom>
              <a:avLst/>
              <a:gdLst/>
              <a:ahLst/>
              <a:cxnLst/>
              <a:rect l="l" t="t" r="r" b="b"/>
              <a:pathLst>
                <a:path w="4275" h="1453" extrusionOk="0">
                  <a:moveTo>
                    <a:pt x="37" y="0"/>
                  </a:moveTo>
                  <a:lnTo>
                    <a:pt x="1" y="215"/>
                  </a:lnTo>
                  <a:lnTo>
                    <a:pt x="4239" y="1453"/>
                  </a:lnTo>
                  <a:lnTo>
                    <a:pt x="4275" y="1239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24" name="Google Shape;1500;p38">
              <a:extLst>
                <a:ext uri="{FF2B5EF4-FFF2-40B4-BE49-F238E27FC236}">
                  <a16:creationId xmlns:a16="http://schemas.microsoft.com/office/drawing/2014/main" id="{6AF273D8-1DF5-6030-0A8B-36FD98DC5F2E}"/>
                </a:ext>
              </a:extLst>
            </p:cNvPr>
            <p:cNvSpPr/>
            <p:nvPr/>
          </p:nvSpPr>
          <p:spPr>
            <a:xfrm>
              <a:off x="6391020" y="743376"/>
              <a:ext cx="136811" cy="46532"/>
            </a:xfrm>
            <a:custGeom>
              <a:avLst/>
              <a:gdLst/>
              <a:ahLst/>
              <a:cxnLst/>
              <a:rect l="l" t="t" r="r" b="b"/>
              <a:pathLst>
                <a:path w="4275" h="1454" extrusionOk="0">
                  <a:moveTo>
                    <a:pt x="36" y="1"/>
                  </a:moveTo>
                  <a:lnTo>
                    <a:pt x="0" y="180"/>
                  </a:lnTo>
                  <a:lnTo>
                    <a:pt x="4239" y="1454"/>
                  </a:lnTo>
                  <a:lnTo>
                    <a:pt x="4275" y="1239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25" name="Google Shape;1501;p38">
              <a:extLst>
                <a:ext uri="{FF2B5EF4-FFF2-40B4-BE49-F238E27FC236}">
                  <a16:creationId xmlns:a16="http://schemas.microsoft.com/office/drawing/2014/main" id="{729A0AD5-769A-6A40-6FDC-EB48E1F257CF}"/>
                </a:ext>
              </a:extLst>
            </p:cNvPr>
            <p:cNvSpPr/>
            <p:nvPr/>
          </p:nvSpPr>
          <p:spPr>
            <a:xfrm>
              <a:off x="6120122" y="664907"/>
              <a:ext cx="136811" cy="44227"/>
            </a:xfrm>
            <a:custGeom>
              <a:avLst/>
              <a:gdLst/>
              <a:ahLst/>
              <a:cxnLst/>
              <a:rect l="l" t="t" r="r" b="b"/>
              <a:pathLst>
                <a:path w="4275" h="1382" extrusionOk="0">
                  <a:moveTo>
                    <a:pt x="36" y="0"/>
                  </a:moveTo>
                  <a:lnTo>
                    <a:pt x="0" y="143"/>
                  </a:lnTo>
                  <a:lnTo>
                    <a:pt x="4239" y="1381"/>
                  </a:lnTo>
                  <a:lnTo>
                    <a:pt x="4274" y="1203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26" name="Google Shape;1502;p38">
              <a:extLst>
                <a:ext uri="{FF2B5EF4-FFF2-40B4-BE49-F238E27FC236}">
                  <a16:creationId xmlns:a16="http://schemas.microsoft.com/office/drawing/2014/main" id="{6450826F-A6FA-0351-F1AD-41928AE194DE}"/>
                </a:ext>
              </a:extLst>
            </p:cNvPr>
            <p:cNvSpPr/>
            <p:nvPr/>
          </p:nvSpPr>
          <p:spPr>
            <a:xfrm>
              <a:off x="5867498" y="563556"/>
              <a:ext cx="118505" cy="65925"/>
            </a:xfrm>
            <a:custGeom>
              <a:avLst/>
              <a:gdLst/>
              <a:ahLst/>
              <a:cxnLst/>
              <a:rect l="l" t="t" r="r" b="b"/>
              <a:pathLst>
                <a:path w="3703" h="2060" extrusionOk="0">
                  <a:moveTo>
                    <a:pt x="0" y="0"/>
                  </a:moveTo>
                  <a:cubicBezTo>
                    <a:pt x="0" y="393"/>
                    <a:pt x="179" y="738"/>
                    <a:pt x="500" y="1024"/>
                  </a:cubicBezTo>
                  <a:cubicBezTo>
                    <a:pt x="643" y="1131"/>
                    <a:pt x="822" y="1238"/>
                    <a:pt x="1000" y="1274"/>
                  </a:cubicBezTo>
                  <a:lnTo>
                    <a:pt x="1536" y="1453"/>
                  </a:lnTo>
                  <a:lnTo>
                    <a:pt x="3667" y="2060"/>
                  </a:lnTo>
                  <a:lnTo>
                    <a:pt x="3703" y="1917"/>
                  </a:lnTo>
                  <a:lnTo>
                    <a:pt x="1572" y="1274"/>
                  </a:lnTo>
                  <a:cubicBezTo>
                    <a:pt x="1250" y="1167"/>
                    <a:pt x="858" y="1096"/>
                    <a:pt x="607" y="881"/>
                  </a:cubicBezTo>
                  <a:cubicBezTo>
                    <a:pt x="322" y="667"/>
                    <a:pt x="179" y="322"/>
                    <a:pt x="17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27" name="Google Shape;1503;p38">
              <a:extLst>
                <a:ext uri="{FF2B5EF4-FFF2-40B4-BE49-F238E27FC236}">
                  <a16:creationId xmlns:a16="http://schemas.microsoft.com/office/drawing/2014/main" id="{3D7A8013-AC5F-3008-90BA-A8E694ADE005}"/>
                </a:ext>
              </a:extLst>
            </p:cNvPr>
            <p:cNvSpPr/>
            <p:nvPr/>
          </p:nvSpPr>
          <p:spPr>
            <a:xfrm>
              <a:off x="5981426" y="456477"/>
              <a:ext cx="137579" cy="43075"/>
            </a:xfrm>
            <a:custGeom>
              <a:avLst/>
              <a:gdLst/>
              <a:ahLst/>
              <a:cxnLst/>
              <a:rect l="l" t="t" r="r" b="b"/>
              <a:pathLst>
                <a:path w="4299" h="1346" extrusionOk="0">
                  <a:moveTo>
                    <a:pt x="4263" y="1"/>
                  </a:moveTo>
                  <a:lnTo>
                    <a:pt x="0" y="1203"/>
                  </a:lnTo>
                  <a:lnTo>
                    <a:pt x="36" y="1346"/>
                  </a:lnTo>
                  <a:lnTo>
                    <a:pt x="4298" y="143"/>
                  </a:lnTo>
                  <a:lnTo>
                    <a:pt x="426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28" name="Google Shape;1504;p38">
              <a:extLst>
                <a:ext uri="{FF2B5EF4-FFF2-40B4-BE49-F238E27FC236}">
                  <a16:creationId xmlns:a16="http://schemas.microsoft.com/office/drawing/2014/main" id="{58D58F98-1500-4A23-FA99-F0CE191A43BB}"/>
                </a:ext>
              </a:extLst>
            </p:cNvPr>
            <p:cNvSpPr/>
            <p:nvPr/>
          </p:nvSpPr>
          <p:spPr>
            <a:xfrm>
              <a:off x="6253475" y="380281"/>
              <a:ext cx="136427" cy="41955"/>
            </a:xfrm>
            <a:custGeom>
              <a:avLst/>
              <a:gdLst/>
              <a:ahLst/>
              <a:cxnLst/>
              <a:rect l="l" t="t" r="r" b="b"/>
              <a:pathLst>
                <a:path w="4263" h="1311" extrusionOk="0">
                  <a:moveTo>
                    <a:pt x="4227" y="0"/>
                  </a:moveTo>
                  <a:lnTo>
                    <a:pt x="0" y="1167"/>
                  </a:lnTo>
                  <a:lnTo>
                    <a:pt x="36" y="1310"/>
                  </a:lnTo>
                  <a:lnTo>
                    <a:pt x="4263" y="72"/>
                  </a:lnTo>
                  <a:lnTo>
                    <a:pt x="42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29" name="Google Shape;1505;p38">
              <a:extLst>
                <a:ext uri="{FF2B5EF4-FFF2-40B4-BE49-F238E27FC236}">
                  <a16:creationId xmlns:a16="http://schemas.microsoft.com/office/drawing/2014/main" id="{418E49E1-399C-97B8-4728-DBA7704E43B5}"/>
                </a:ext>
              </a:extLst>
            </p:cNvPr>
            <p:cNvSpPr/>
            <p:nvPr/>
          </p:nvSpPr>
          <p:spPr>
            <a:xfrm>
              <a:off x="6525525" y="302932"/>
              <a:ext cx="136427" cy="40803"/>
            </a:xfrm>
            <a:custGeom>
              <a:avLst/>
              <a:gdLst/>
              <a:ahLst/>
              <a:cxnLst/>
              <a:rect l="l" t="t" r="r" b="b"/>
              <a:pathLst>
                <a:path w="4263" h="1275" extrusionOk="0">
                  <a:moveTo>
                    <a:pt x="4227" y="0"/>
                  </a:moveTo>
                  <a:lnTo>
                    <a:pt x="0" y="1203"/>
                  </a:lnTo>
                  <a:lnTo>
                    <a:pt x="0" y="1274"/>
                  </a:lnTo>
                  <a:lnTo>
                    <a:pt x="4263" y="72"/>
                  </a:lnTo>
                  <a:lnTo>
                    <a:pt x="42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30" name="Google Shape;1506;p38">
              <a:extLst>
                <a:ext uri="{FF2B5EF4-FFF2-40B4-BE49-F238E27FC236}">
                  <a16:creationId xmlns:a16="http://schemas.microsoft.com/office/drawing/2014/main" id="{E0D1CD44-5234-FE50-8838-A350A3C6A79C}"/>
                </a:ext>
              </a:extLst>
            </p:cNvPr>
            <p:cNvSpPr/>
            <p:nvPr/>
          </p:nvSpPr>
          <p:spPr>
            <a:xfrm>
              <a:off x="6797574" y="226351"/>
              <a:ext cx="135275" cy="40035"/>
            </a:xfrm>
            <a:custGeom>
              <a:avLst/>
              <a:gdLst/>
              <a:ahLst/>
              <a:cxnLst/>
              <a:rect l="l" t="t" r="r" b="b"/>
              <a:pathLst>
                <a:path w="4227" h="1251" extrusionOk="0">
                  <a:moveTo>
                    <a:pt x="4227" y="0"/>
                  </a:moveTo>
                  <a:lnTo>
                    <a:pt x="0" y="1179"/>
                  </a:lnTo>
                  <a:lnTo>
                    <a:pt x="0" y="1250"/>
                  </a:lnTo>
                  <a:lnTo>
                    <a:pt x="4227" y="36"/>
                  </a:lnTo>
                  <a:lnTo>
                    <a:pt x="42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31" name="Google Shape;1507;p38">
              <a:extLst>
                <a:ext uri="{FF2B5EF4-FFF2-40B4-BE49-F238E27FC236}">
                  <a16:creationId xmlns:a16="http://schemas.microsoft.com/office/drawing/2014/main" id="{BDBE34EA-7362-FCE4-F328-1A342827F43F}"/>
                </a:ext>
              </a:extLst>
            </p:cNvPr>
            <p:cNvSpPr/>
            <p:nvPr/>
          </p:nvSpPr>
          <p:spPr>
            <a:xfrm>
              <a:off x="7068472" y="149002"/>
              <a:ext cx="136459" cy="40035"/>
            </a:xfrm>
            <a:custGeom>
              <a:avLst/>
              <a:gdLst/>
              <a:ahLst/>
              <a:cxnLst/>
              <a:rect l="l" t="t" r="r" b="b"/>
              <a:pathLst>
                <a:path w="4264" h="1251" extrusionOk="0">
                  <a:moveTo>
                    <a:pt x="4263" y="0"/>
                  </a:moveTo>
                  <a:lnTo>
                    <a:pt x="1" y="1215"/>
                  </a:lnTo>
                  <a:lnTo>
                    <a:pt x="36" y="1250"/>
                  </a:lnTo>
                  <a:lnTo>
                    <a:pt x="4263" y="36"/>
                  </a:lnTo>
                  <a:lnTo>
                    <a:pt x="426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  <p:sp>
          <p:nvSpPr>
            <p:cNvPr id="232" name="Google Shape;1508;p38">
              <a:extLst>
                <a:ext uri="{FF2B5EF4-FFF2-40B4-BE49-F238E27FC236}">
                  <a16:creationId xmlns:a16="http://schemas.microsoft.com/office/drawing/2014/main" id="{6E008B07-E85B-9B74-9D0D-A6A2F043629E}"/>
                </a:ext>
              </a:extLst>
            </p:cNvPr>
            <p:cNvSpPr/>
            <p:nvPr/>
          </p:nvSpPr>
          <p:spPr>
            <a:xfrm>
              <a:off x="7340521" y="91078"/>
              <a:ext cx="68229" cy="19458"/>
            </a:xfrm>
            <a:custGeom>
              <a:avLst/>
              <a:gdLst/>
              <a:ahLst/>
              <a:cxnLst/>
              <a:rect l="l" t="t" r="r" b="b"/>
              <a:pathLst>
                <a:path w="2132" h="608" extrusionOk="0">
                  <a:moveTo>
                    <a:pt x="1" y="608"/>
                  </a:moveTo>
                  <a:lnTo>
                    <a:pt x="213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400"/>
            </a:p>
          </p:txBody>
        </p:sp>
      </p:grpSp>
      <p:sp>
        <p:nvSpPr>
          <p:cNvPr id="170" name="Google Shape;1512;p38">
            <a:extLst>
              <a:ext uri="{FF2B5EF4-FFF2-40B4-BE49-F238E27FC236}">
                <a16:creationId xmlns:a16="http://schemas.microsoft.com/office/drawing/2014/main" id="{455F2A3A-713C-6A7E-F433-7C151E65B368}"/>
              </a:ext>
            </a:extLst>
          </p:cNvPr>
          <p:cNvSpPr/>
          <p:nvPr/>
        </p:nvSpPr>
        <p:spPr>
          <a:xfrm>
            <a:off x="6415090" y="3968600"/>
            <a:ext cx="829836" cy="1455643"/>
          </a:xfrm>
          <a:custGeom>
            <a:avLst/>
            <a:gdLst/>
            <a:ahLst/>
            <a:cxnLst/>
            <a:rect l="l" t="t" r="r" b="b"/>
            <a:pathLst>
              <a:path w="22087" h="38839" extrusionOk="0">
                <a:moveTo>
                  <a:pt x="22087" y="11073"/>
                </a:moveTo>
                <a:cubicBezTo>
                  <a:pt x="22087" y="4977"/>
                  <a:pt x="17098" y="0"/>
                  <a:pt x="11002" y="0"/>
                </a:cubicBezTo>
                <a:cubicBezTo>
                  <a:pt x="4883" y="0"/>
                  <a:pt x="1" y="4977"/>
                  <a:pt x="1" y="11073"/>
                </a:cubicBezTo>
                <a:cubicBezTo>
                  <a:pt x="1" y="16979"/>
                  <a:pt x="4537" y="21813"/>
                  <a:pt x="10490" y="22158"/>
                </a:cubicBezTo>
                <a:lnTo>
                  <a:pt x="10490" y="34636"/>
                </a:lnTo>
                <a:cubicBezTo>
                  <a:pt x="9455" y="34921"/>
                  <a:pt x="8931" y="35743"/>
                  <a:pt x="8931" y="36683"/>
                </a:cubicBezTo>
                <a:cubicBezTo>
                  <a:pt x="8931" y="37862"/>
                  <a:pt x="9836" y="38838"/>
                  <a:pt x="11050" y="38838"/>
                </a:cubicBezTo>
                <a:cubicBezTo>
                  <a:pt x="12217" y="38838"/>
                  <a:pt x="13169" y="37862"/>
                  <a:pt x="13169" y="36683"/>
                </a:cubicBezTo>
                <a:cubicBezTo>
                  <a:pt x="13169" y="35731"/>
                  <a:pt x="12586" y="34909"/>
                  <a:pt x="11693" y="34624"/>
                </a:cubicBezTo>
                <a:lnTo>
                  <a:pt x="11693" y="22158"/>
                </a:lnTo>
                <a:cubicBezTo>
                  <a:pt x="17491" y="21813"/>
                  <a:pt x="22087" y="16979"/>
                  <a:pt x="22087" y="11073"/>
                </a:cubicBezTo>
                <a:close/>
                <a:moveTo>
                  <a:pt x="2418" y="11073"/>
                </a:moveTo>
                <a:cubicBezTo>
                  <a:pt x="2418" y="6346"/>
                  <a:pt x="6264" y="2536"/>
                  <a:pt x="10990" y="2536"/>
                </a:cubicBezTo>
                <a:cubicBezTo>
                  <a:pt x="15717" y="2536"/>
                  <a:pt x="19563" y="6346"/>
                  <a:pt x="19563" y="11073"/>
                </a:cubicBezTo>
                <a:cubicBezTo>
                  <a:pt x="19563" y="15800"/>
                  <a:pt x="15717" y="19634"/>
                  <a:pt x="10990" y="19634"/>
                </a:cubicBezTo>
                <a:cubicBezTo>
                  <a:pt x="6264" y="19634"/>
                  <a:pt x="2418" y="15800"/>
                  <a:pt x="2418" y="11073"/>
                </a:cubicBez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 sz="1400"/>
          </a:p>
        </p:txBody>
      </p:sp>
      <p:sp>
        <p:nvSpPr>
          <p:cNvPr id="166" name="Google Shape;1518;p38">
            <a:extLst>
              <a:ext uri="{FF2B5EF4-FFF2-40B4-BE49-F238E27FC236}">
                <a16:creationId xmlns:a16="http://schemas.microsoft.com/office/drawing/2014/main" id="{CB45F411-FC92-2A09-C8A4-38476DA6BAF4}"/>
              </a:ext>
            </a:extLst>
          </p:cNvPr>
          <p:cNvSpPr/>
          <p:nvPr/>
        </p:nvSpPr>
        <p:spPr>
          <a:xfrm>
            <a:off x="1106926" y="5173622"/>
            <a:ext cx="937412" cy="1538313"/>
          </a:xfrm>
          <a:custGeom>
            <a:avLst/>
            <a:gdLst/>
            <a:ahLst/>
            <a:cxnLst/>
            <a:rect l="l" t="t" r="r" b="b"/>
            <a:pathLst>
              <a:path w="27397" h="48031" extrusionOk="0">
                <a:moveTo>
                  <a:pt x="27397" y="13693"/>
                </a:moveTo>
                <a:cubicBezTo>
                  <a:pt x="27397" y="6156"/>
                  <a:pt x="21229" y="1"/>
                  <a:pt x="13693" y="1"/>
                </a:cubicBezTo>
                <a:cubicBezTo>
                  <a:pt x="6120" y="1"/>
                  <a:pt x="1" y="6156"/>
                  <a:pt x="1" y="13693"/>
                </a:cubicBezTo>
                <a:cubicBezTo>
                  <a:pt x="1" y="20991"/>
                  <a:pt x="5751" y="26980"/>
                  <a:pt x="12895" y="27397"/>
                </a:cubicBezTo>
                <a:lnTo>
                  <a:pt x="12895" y="42827"/>
                </a:lnTo>
                <a:cubicBezTo>
                  <a:pt x="11704" y="43173"/>
                  <a:pt x="11038" y="44196"/>
                  <a:pt x="11038" y="45363"/>
                </a:cubicBezTo>
                <a:cubicBezTo>
                  <a:pt x="11038" y="46816"/>
                  <a:pt x="12216" y="48030"/>
                  <a:pt x="13705" y="48030"/>
                </a:cubicBezTo>
                <a:cubicBezTo>
                  <a:pt x="15157" y="48030"/>
                  <a:pt x="16360" y="46816"/>
                  <a:pt x="16360" y="45363"/>
                </a:cubicBezTo>
                <a:cubicBezTo>
                  <a:pt x="16360" y="44185"/>
                  <a:pt x="15574" y="43161"/>
                  <a:pt x="14538" y="42815"/>
                </a:cubicBezTo>
                <a:lnTo>
                  <a:pt x="14538" y="27397"/>
                </a:lnTo>
                <a:cubicBezTo>
                  <a:pt x="21682" y="26980"/>
                  <a:pt x="27397" y="20991"/>
                  <a:pt x="27397" y="13693"/>
                </a:cubicBezTo>
                <a:close/>
                <a:moveTo>
                  <a:pt x="3084" y="13693"/>
                </a:moveTo>
                <a:cubicBezTo>
                  <a:pt x="3084" y="7847"/>
                  <a:pt x="7835" y="3144"/>
                  <a:pt x="13681" y="3144"/>
                </a:cubicBezTo>
                <a:cubicBezTo>
                  <a:pt x="19527" y="3144"/>
                  <a:pt x="24277" y="7847"/>
                  <a:pt x="24277" y="13693"/>
                </a:cubicBezTo>
                <a:cubicBezTo>
                  <a:pt x="24277" y="19539"/>
                  <a:pt x="19527" y="24289"/>
                  <a:pt x="13681" y="24289"/>
                </a:cubicBezTo>
                <a:cubicBezTo>
                  <a:pt x="7835" y="24289"/>
                  <a:pt x="3084" y="19539"/>
                  <a:pt x="3084" y="13693"/>
                </a:cubicBez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txBody>
          <a:bodyPr spcFirstLastPara="1" vert="horz" wrap="square" lIns="91425" tIns="91425" rIns="91425" bIns="91425" anchor="ctr" anchorCtr="0">
            <a:noAutofit/>
          </a:bodyPr>
          <a:lstStyle/>
          <a:p>
            <a:pPr algn="ctr">
              <a:spcAft>
                <a:spcPts val="5600"/>
              </a:spcAft>
            </a:pPr>
            <a:r>
              <a:rPr lang="en-US" sz="3733" b="1" dirty="0">
                <a:solidFill>
                  <a:schemeClr val="tx1">
                    <a:lumMod val="95000"/>
                    <a:lumOff val="5000"/>
                  </a:schemeClr>
                </a:solidFill>
                <a:latin typeface="Raleway" pitchFamily="2" charset="0"/>
              </a:rPr>
              <a:t>1</a:t>
            </a:r>
            <a:endParaRPr sz="3733" b="1" dirty="0">
              <a:solidFill>
                <a:schemeClr val="tx1">
                  <a:lumMod val="95000"/>
                  <a:lumOff val="5000"/>
                </a:schemeClr>
              </a:solidFill>
              <a:latin typeface="Raleway" pitchFamily="2" charset="0"/>
            </a:endParaRPr>
          </a:p>
        </p:txBody>
      </p:sp>
      <p:sp>
        <p:nvSpPr>
          <p:cNvPr id="157" name="Google Shape;1523;p38">
            <a:extLst>
              <a:ext uri="{FF2B5EF4-FFF2-40B4-BE49-F238E27FC236}">
                <a16:creationId xmlns:a16="http://schemas.microsoft.com/office/drawing/2014/main" id="{A3A3AAA5-5D79-59B8-6BF9-F80A976138EE}"/>
              </a:ext>
            </a:extLst>
          </p:cNvPr>
          <p:cNvSpPr/>
          <p:nvPr/>
        </p:nvSpPr>
        <p:spPr>
          <a:xfrm>
            <a:off x="3683988" y="4575969"/>
            <a:ext cx="915435" cy="1479847"/>
          </a:xfrm>
          <a:custGeom>
            <a:avLst/>
            <a:gdLst/>
            <a:ahLst/>
            <a:cxnLst/>
            <a:rect l="l" t="t" r="r" b="b"/>
            <a:pathLst>
              <a:path w="24837" h="43554" extrusionOk="0">
                <a:moveTo>
                  <a:pt x="24837" y="12418"/>
                </a:moveTo>
                <a:cubicBezTo>
                  <a:pt x="24837" y="5584"/>
                  <a:pt x="19229" y="0"/>
                  <a:pt x="12407" y="0"/>
                </a:cubicBezTo>
                <a:cubicBezTo>
                  <a:pt x="5537" y="0"/>
                  <a:pt x="0" y="5584"/>
                  <a:pt x="0" y="12418"/>
                </a:cubicBezTo>
                <a:cubicBezTo>
                  <a:pt x="0" y="19038"/>
                  <a:pt x="5144" y="24467"/>
                  <a:pt x="11692" y="24848"/>
                </a:cubicBezTo>
                <a:lnTo>
                  <a:pt x="11692" y="38826"/>
                </a:lnTo>
                <a:cubicBezTo>
                  <a:pt x="10657" y="39148"/>
                  <a:pt x="10002" y="40065"/>
                  <a:pt x="10002" y="41124"/>
                </a:cubicBezTo>
                <a:cubicBezTo>
                  <a:pt x="10002" y="42446"/>
                  <a:pt x="11061" y="43553"/>
                  <a:pt x="12419" y="43553"/>
                </a:cubicBezTo>
                <a:cubicBezTo>
                  <a:pt x="13728" y="43553"/>
                  <a:pt x="14824" y="42446"/>
                  <a:pt x="14824" y="41124"/>
                </a:cubicBezTo>
                <a:cubicBezTo>
                  <a:pt x="14824" y="40065"/>
                  <a:pt x="14074" y="39136"/>
                  <a:pt x="13181" y="38826"/>
                </a:cubicBezTo>
                <a:lnTo>
                  <a:pt x="13181" y="24848"/>
                </a:lnTo>
                <a:cubicBezTo>
                  <a:pt x="19586" y="24467"/>
                  <a:pt x="24837" y="19038"/>
                  <a:pt x="24837" y="12418"/>
                </a:cubicBezTo>
                <a:close/>
                <a:moveTo>
                  <a:pt x="2787" y="12418"/>
                </a:moveTo>
                <a:cubicBezTo>
                  <a:pt x="2787" y="7120"/>
                  <a:pt x="7097" y="2846"/>
                  <a:pt x="12395" y="2846"/>
                </a:cubicBezTo>
                <a:cubicBezTo>
                  <a:pt x="17693" y="2846"/>
                  <a:pt x="21991" y="7120"/>
                  <a:pt x="21991" y="12418"/>
                </a:cubicBezTo>
                <a:cubicBezTo>
                  <a:pt x="21991" y="17717"/>
                  <a:pt x="17693" y="22015"/>
                  <a:pt x="12395" y="22015"/>
                </a:cubicBezTo>
                <a:cubicBezTo>
                  <a:pt x="7097" y="22015"/>
                  <a:pt x="2787" y="17717"/>
                  <a:pt x="2787" y="12418"/>
                </a:cubicBez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 sz="1400"/>
          </a:p>
        </p:txBody>
      </p:sp>
      <p:sp>
        <p:nvSpPr>
          <p:cNvPr id="152" name="Google Shape;1533;p38">
            <a:extLst>
              <a:ext uri="{FF2B5EF4-FFF2-40B4-BE49-F238E27FC236}">
                <a16:creationId xmlns:a16="http://schemas.microsoft.com/office/drawing/2014/main" id="{67204383-AD5C-52CC-9DEB-EA49719DBA98}"/>
              </a:ext>
            </a:extLst>
          </p:cNvPr>
          <p:cNvSpPr/>
          <p:nvPr/>
        </p:nvSpPr>
        <p:spPr>
          <a:xfrm>
            <a:off x="6428281" y="1598928"/>
            <a:ext cx="829836" cy="1320741"/>
          </a:xfrm>
          <a:custGeom>
            <a:avLst/>
            <a:gdLst/>
            <a:ahLst/>
            <a:cxnLst/>
            <a:rect l="l" t="t" r="r" b="b"/>
            <a:pathLst>
              <a:path w="17741" h="31017" extrusionOk="0">
                <a:moveTo>
                  <a:pt x="17741" y="8835"/>
                </a:moveTo>
                <a:cubicBezTo>
                  <a:pt x="17741" y="3977"/>
                  <a:pt x="13729" y="1"/>
                  <a:pt x="8871" y="1"/>
                </a:cubicBezTo>
                <a:cubicBezTo>
                  <a:pt x="3977" y="1"/>
                  <a:pt x="1" y="3977"/>
                  <a:pt x="1" y="8835"/>
                </a:cubicBezTo>
                <a:cubicBezTo>
                  <a:pt x="1" y="13550"/>
                  <a:pt x="3692" y="17419"/>
                  <a:pt x="8299" y="17693"/>
                </a:cubicBezTo>
                <a:lnTo>
                  <a:pt x="8299" y="27647"/>
                </a:lnTo>
                <a:cubicBezTo>
                  <a:pt x="7561" y="27873"/>
                  <a:pt x="7121" y="28540"/>
                  <a:pt x="7121" y="29290"/>
                </a:cubicBezTo>
                <a:cubicBezTo>
                  <a:pt x="7121" y="30231"/>
                  <a:pt x="7883" y="31016"/>
                  <a:pt x="8847" y="31016"/>
                </a:cubicBezTo>
                <a:cubicBezTo>
                  <a:pt x="9776" y="31016"/>
                  <a:pt x="10609" y="30231"/>
                  <a:pt x="10609" y="29290"/>
                </a:cubicBezTo>
                <a:cubicBezTo>
                  <a:pt x="10609" y="28528"/>
                  <a:pt x="10085" y="27873"/>
                  <a:pt x="9490" y="27647"/>
                </a:cubicBezTo>
                <a:lnTo>
                  <a:pt x="9490" y="17693"/>
                </a:lnTo>
                <a:cubicBezTo>
                  <a:pt x="13955" y="17419"/>
                  <a:pt x="17741" y="13550"/>
                  <a:pt x="17741" y="8835"/>
                </a:cubicBezTo>
                <a:close/>
                <a:moveTo>
                  <a:pt x="1989" y="8835"/>
                </a:moveTo>
                <a:cubicBezTo>
                  <a:pt x="1989" y="5061"/>
                  <a:pt x="5061" y="2025"/>
                  <a:pt x="8835" y="2025"/>
                </a:cubicBezTo>
                <a:cubicBezTo>
                  <a:pt x="12609" y="2025"/>
                  <a:pt x="15681" y="5061"/>
                  <a:pt x="15681" y="8835"/>
                </a:cubicBezTo>
                <a:cubicBezTo>
                  <a:pt x="15681" y="12609"/>
                  <a:pt x="12609" y="15681"/>
                  <a:pt x="8835" y="15681"/>
                </a:cubicBezTo>
                <a:cubicBezTo>
                  <a:pt x="5061" y="15681"/>
                  <a:pt x="1989" y="12609"/>
                  <a:pt x="1989" y="8835"/>
                </a:cubicBez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 sz="1400"/>
          </a:p>
        </p:txBody>
      </p:sp>
      <p:sp>
        <p:nvSpPr>
          <p:cNvPr id="147" name="Google Shape;1539;p38">
            <a:extLst>
              <a:ext uri="{FF2B5EF4-FFF2-40B4-BE49-F238E27FC236}">
                <a16:creationId xmlns:a16="http://schemas.microsoft.com/office/drawing/2014/main" id="{E2B9A4A6-42F8-FC60-4E2A-BCF7600548C9}"/>
              </a:ext>
            </a:extLst>
          </p:cNvPr>
          <p:cNvSpPr/>
          <p:nvPr/>
        </p:nvSpPr>
        <p:spPr>
          <a:xfrm>
            <a:off x="9707937" y="2869004"/>
            <a:ext cx="826047" cy="1477329"/>
          </a:xfrm>
          <a:custGeom>
            <a:avLst/>
            <a:gdLst/>
            <a:ahLst/>
            <a:cxnLst/>
            <a:rect l="l" t="t" r="r" b="b"/>
            <a:pathLst>
              <a:path w="20897" h="36529" extrusionOk="0">
                <a:moveTo>
                  <a:pt x="20896" y="10407"/>
                </a:moveTo>
                <a:cubicBezTo>
                  <a:pt x="20896" y="4680"/>
                  <a:pt x="16217" y="0"/>
                  <a:pt x="10490" y="0"/>
                </a:cubicBezTo>
                <a:cubicBezTo>
                  <a:pt x="4740" y="0"/>
                  <a:pt x="1" y="4680"/>
                  <a:pt x="1" y="10407"/>
                </a:cubicBezTo>
                <a:cubicBezTo>
                  <a:pt x="1" y="15967"/>
                  <a:pt x="4228" y="20515"/>
                  <a:pt x="9728" y="20836"/>
                </a:cubicBezTo>
                <a:lnTo>
                  <a:pt x="9728" y="32564"/>
                </a:lnTo>
                <a:cubicBezTo>
                  <a:pt x="8835" y="32838"/>
                  <a:pt x="8407" y="33600"/>
                  <a:pt x="8407" y="34493"/>
                </a:cubicBezTo>
                <a:cubicBezTo>
                  <a:pt x="8407" y="35600"/>
                  <a:pt x="9347" y="36529"/>
                  <a:pt x="10478" y="36529"/>
                </a:cubicBezTo>
                <a:cubicBezTo>
                  <a:pt x="11586" y="36529"/>
                  <a:pt x="12479" y="35600"/>
                  <a:pt x="12479" y="34493"/>
                </a:cubicBezTo>
                <a:cubicBezTo>
                  <a:pt x="12479" y="33600"/>
                  <a:pt x="11812" y="32826"/>
                  <a:pt x="11074" y="32564"/>
                </a:cubicBezTo>
                <a:lnTo>
                  <a:pt x="11074" y="20836"/>
                </a:lnTo>
                <a:cubicBezTo>
                  <a:pt x="16432" y="20515"/>
                  <a:pt x="20896" y="15967"/>
                  <a:pt x="20896" y="10407"/>
                </a:cubicBezTo>
                <a:close/>
                <a:moveTo>
                  <a:pt x="2454" y="10407"/>
                </a:moveTo>
                <a:cubicBezTo>
                  <a:pt x="2454" y="5965"/>
                  <a:pt x="6061" y="2382"/>
                  <a:pt x="10502" y="2382"/>
                </a:cubicBezTo>
                <a:cubicBezTo>
                  <a:pt x="14955" y="2382"/>
                  <a:pt x="18563" y="5965"/>
                  <a:pt x="18563" y="10407"/>
                </a:cubicBezTo>
                <a:cubicBezTo>
                  <a:pt x="18563" y="14859"/>
                  <a:pt x="14955" y="18467"/>
                  <a:pt x="10502" y="18467"/>
                </a:cubicBezTo>
                <a:cubicBezTo>
                  <a:pt x="6061" y="18467"/>
                  <a:pt x="2454" y="14859"/>
                  <a:pt x="2454" y="10407"/>
                </a:cubicBez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DA1749-9441-FF96-927B-90FA5C416D08}"/>
              </a:ext>
            </a:extLst>
          </p:cNvPr>
          <p:cNvSpPr txBox="1"/>
          <p:nvPr/>
        </p:nvSpPr>
        <p:spPr>
          <a:xfrm>
            <a:off x="77123" y="1483999"/>
            <a:ext cx="576433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Raleway" pitchFamily="2" charset="0"/>
              </a:rPr>
              <a:t>R</a:t>
            </a:r>
            <a:r>
              <a:rPr lang="fr-FR" sz="3200" b="1" dirty="0">
                <a:latin typeface="Raleway" pitchFamily="2" charset="0"/>
              </a:rPr>
              <a:t>oadmap of the </a:t>
            </a:r>
          </a:p>
          <a:p>
            <a:pPr algn="ctr"/>
            <a:r>
              <a:rPr lang="fr-FR" sz="3200" b="1" dirty="0">
                <a:latin typeface="Raleway" pitchFamily="2" charset="0"/>
              </a:rPr>
              <a:t>Process of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CE7A5B-60EB-4041-7A4F-92CF2AA89530}"/>
              </a:ext>
            </a:extLst>
          </p:cNvPr>
          <p:cNvSpPr txBox="1"/>
          <p:nvPr/>
        </p:nvSpPr>
        <p:spPr>
          <a:xfrm>
            <a:off x="3884339" y="4534378"/>
            <a:ext cx="5325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Raleway" pitchFamily="2" charset="0"/>
              </a:rPr>
              <a:t>2</a:t>
            </a:r>
            <a:endParaRPr lang="fr-FR" sz="4800" b="1" dirty="0">
              <a:solidFill>
                <a:schemeClr val="tx1">
                  <a:lumMod val="95000"/>
                  <a:lumOff val="5000"/>
                </a:schemeClr>
              </a:solidFill>
              <a:latin typeface="Raleway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AC6CEF-E34E-DF9F-5BC8-939E6BA0BF8A}"/>
              </a:ext>
            </a:extLst>
          </p:cNvPr>
          <p:cNvSpPr txBox="1"/>
          <p:nvPr/>
        </p:nvSpPr>
        <p:spPr>
          <a:xfrm>
            <a:off x="6555633" y="3906884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Raleway" pitchFamily="2" charset="0"/>
              </a:rPr>
              <a:t>3</a:t>
            </a:r>
            <a:endParaRPr lang="fr-FR" sz="4800" b="1" dirty="0">
              <a:solidFill>
                <a:schemeClr val="tx1">
                  <a:lumMod val="95000"/>
                  <a:lumOff val="5000"/>
                </a:schemeClr>
              </a:solidFill>
              <a:latin typeface="Raleway" pitchFamily="2" charset="0"/>
            </a:endParaRPr>
          </a:p>
        </p:txBody>
      </p:sp>
      <p:sp>
        <p:nvSpPr>
          <p:cNvPr id="12" name="Google Shape;1533;p38">
            <a:extLst>
              <a:ext uri="{FF2B5EF4-FFF2-40B4-BE49-F238E27FC236}">
                <a16:creationId xmlns:a16="http://schemas.microsoft.com/office/drawing/2014/main" id="{1C9BB9D9-CA66-F9E4-E960-A242543D7880}"/>
              </a:ext>
            </a:extLst>
          </p:cNvPr>
          <p:cNvSpPr/>
          <p:nvPr/>
        </p:nvSpPr>
        <p:spPr>
          <a:xfrm>
            <a:off x="10901429" y="310622"/>
            <a:ext cx="731601" cy="1320741"/>
          </a:xfrm>
          <a:custGeom>
            <a:avLst/>
            <a:gdLst/>
            <a:ahLst/>
            <a:cxnLst/>
            <a:rect l="l" t="t" r="r" b="b"/>
            <a:pathLst>
              <a:path w="17741" h="31017" extrusionOk="0">
                <a:moveTo>
                  <a:pt x="17741" y="8835"/>
                </a:moveTo>
                <a:cubicBezTo>
                  <a:pt x="17741" y="3977"/>
                  <a:pt x="13729" y="1"/>
                  <a:pt x="8871" y="1"/>
                </a:cubicBezTo>
                <a:cubicBezTo>
                  <a:pt x="3977" y="1"/>
                  <a:pt x="1" y="3977"/>
                  <a:pt x="1" y="8835"/>
                </a:cubicBezTo>
                <a:cubicBezTo>
                  <a:pt x="1" y="13550"/>
                  <a:pt x="3692" y="17419"/>
                  <a:pt x="8299" y="17693"/>
                </a:cubicBezTo>
                <a:lnTo>
                  <a:pt x="8299" y="27647"/>
                </a:lnTo>
                <a:cubicBezTo>
                  <a:pt x="7561" y="27873"/>
                  <a:pt x="7121" y="28540"/>
                  <a:pt x="7121" y="29290"/>
                </a:cubicBezTo>
                <a:cubicBezTo>
                  <a:pt x="7121" y="30231"/>
                  <a:pt x="7883" y="31016"/>
                  <a:pt x="8847" y="31016"/>
                </a:cubicBezTo>
                <a:cubicBezTo>
                  <a:pt x="9776" y="31016"/>
                  <a:pt x="10609" y="30231"/>
                  <a:pt x="10609" y="29290"/>
                </a:cubicBezTo>
                <a:cubicBezTo>
                  <a:pt x="10609" y="28528"/>
                  <a:pt x="10085" y="27873"/>
                  <a:pt x="9490" y="27647"/>
                </a:cubicBezTo>
                <a:lnTo>
                  <a:pt x="9490" y="17693"/>
                </a:lnTo>
                <a:cubicBezTo>
                  <a:pt x="13955" y="17419"/>
                  <a:pt x="17741" y="13550"/>
                  <a:pt x="17741" y="8835"/>
                </a:cubicBezTo>
                <a:close/>
                <a:moveTo>
                  <a:pt x="1989" y="8835"/>
                </a:moveTo>
                <a:cubicBezTo>
                  <a:pt x="1989" y="5061"/>
                  <a:pt x="5061" y="2025"/>
                  <a:pt x="8835" y="2025"/>
                </a:cubicBezTo>
                <a:cubicBezTo>
                  <a:pt x="12609" y="2025"/>
                  <a:pt x="15681" y="5061"/>
                  <a:pt x="15681" y="8835"/>
                </a:cubicBezTo>
                <a:cubicBezTo>
                  <a:pt x="15681" y="12609"/>
                  <a:pt x="12609" y="15681"/>
                  <a:pt x="8835" y="15681"/>
                </a:cubicBezTo>
                <a:cubicBezTo>
                  <a:pt x="5061" y="15681"/>
                  <a:pt x="1989" y="12609"/>
                  <a:pt x="1989" y="8835"/>
                </a:cubicBez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 sz="1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7F81A6-1F1D-D160-B15F-D3C8D18D9321}"/>
              </a:ext>
            </a:extLst>
          </p:cNvPr>
          <p:cNvSpPr txBox="1"/>
          <p:nvPr/>
        </p:nvSpPr>
        <p:spPr>
          <a:xfrm>
            <a:off x="9863959" y="2874900"/>
            <a:ext cx="458780" cy="666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733" b="1" dirty="0">
                <a:solidFill>
                  <a:schemeClr val="tx1">
                    <a:lumMod val="95000"/>
                    <a:lumOff val="5000"/>
                  </a:schemeClr>
                </a:solidFill>
                <a:latin typeface="Raleway" pitchFamily="2" charset="0"/>
              </a:rPr>
              <a:t>4</a:t>
            </a:r>
            <a:endParaRPr lang="fr-FR" sz="3733" b="1" dirty="0">
              <a:solidFill>
                <a:schemeClr val="tx1">
                  <a:lumMod val="95000"/>
                  <a:lumOff val="5000"/>
                </a:schemeClr>
              </a:solidFill>
              <a:latin typeface="Raleway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F70ACD-E08E-B186-2913-A8C777C16A1E}"/>
              </a:ext>
            </a:extLst>
          </p:cNvPr>
          <p:cNvSpPr txBox="1"/>
          <p:nvPr/>
        </p:nvSpPr>
        <p:spPr>
          <a:xfrm>
            <a:off x="6620337" y="1569649"/>
            <a:ext cx="449162" cy="666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733" b="1" dirty="0">
                <a:solidFill>
                  <a:schemeClr val="tx1">
                    <a:lumMod val="95000"/>
                    <a:lumOff val="5000"/>
                  </a:schemeClr>
                </a:solidFill>
                <a:latin typeface="Raleway" pitchFamily="2" charset="0"/>
              </a:rPr>
              <a:t>5</a:t>
            </a:r>
            <a:endParaRPr lang="fr-FR" sz="4800" b="1" dirty="0">
              <a:solidFill>
                <a:schemeClr val="tx1">
                  <a:lumMod val="95000"/>
                  <a:lumOff val="5000"/>
                </a:schemeClr>
              </a:solidFill>
              <a:latin typeface="Raleway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FA7F2B-2413-19BC-0529-09DB506610BD}"/>
              </a:ext>
            </a:extLst>
          </p:cNvPr>
          <p:cNvSpPr txBox="1"/>
          <p:nvPr/>
        </p:nvSpPr>
        <p:spPr>
          <a:xfrm>
            <a:off x="11050811" y="387568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Raleway" pitchFamily="2" charset="0"/>
              </a:rPr>
              <a:t>6</a:t>
            </a:r>
            <a:endParaRPr lang="fr-FR" sz="4800" b="1" dirty="0">
              <a:solidFill>
                <a:schemeClr val="tx1">
                  <a:lumMod val="95000"/>
                  <a:lumOff val="5000"/>
                </a:schemeClr>
              </a:solidFill>
              <a:latin typeface="Raleway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DB96B1-EAC0-4FD5-D003-99D63A8E8EF4}"/>
              </a:ext>
            </a:extLst>
          </p:cNvPr>
          <p:cNvSpPr txBox="1"/>
          <p:nvPr/>
        </p:nvSpPr>
        <p:spPr>
          <a:xfrm>
            <a:off x="2046253" y="5274183"/>
            <a:ext cx="13488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Raleway" pitchFamily="2" charset="0"/>
              </a:rPr>
              <a:t>Invitation to the platform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5F4E59-5886-61C3-13BE-EF0D52C6113C}"/>
              </a:ext>
            </a:extLst>
          </p:cNvPr>
          <p:cNvSpPr txBox="1"/>
          <p:nvPr/>
        </p:nvSpPr>
        <p:spPr>
          <a:xfrm>
            <a:off x="4559183" y="4637510"/>
            <a:ext cx="13488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Raleway" pitchFamily="2" charset="0"/>
              </a:rPr>
              <a:t>Candidate Registration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8EE419-1363-335C-81C6-3525E4A38DE2}"/>
              </a:ext>
            </a:extLst>
          </p:cNvPr>
          <p:cNvSpPr txBox="1"/>
          <p:nvPr/>
        </p:nvSpPr>
        <p:spPr>
          <a:xfrm>
            <a:off x="7199903" y="3968742"/>
            <a:ext cx="13488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Raleway" pitchFamily="2" charset="0"/>
              </a:rPr>
              <a:t>Interview Scheduling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EC35BD-5493-EFAA-A23A-DE6959B8A7A6}"/>
              </a:ext>
            </a:extLst>
          </p:cNvPr>
          <p:cNvSpPr txBox="1"/>
          <p:nvPr/>
        </p:nvSpPr>
        <p:spPr>
          <a:xfrm>
            <a:off x="10581842" y="2976890"/>
            <a:ext cx="13952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Raleway" pitchFamily="2" charset="0"/>
              </a:rPr>
              <a:t>Attending the interview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50CAC4-D33C-B639-AD4E-01ADBCD6EE26}"/>
              </a:ext>
            </a:extLst>
          </p:cNvPr>
          <p:cNvSpPr txBox="1"/>
          <p:nvPr/>
        </p:nvSpPr>
        <p:spPr>
          <a:xfrm>
            <a:off x="7273602" y="1618931"/>
            <a:ext cx="13952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Raleway" pitchFamily="2" charset="0"/>
              </a:rPr>
              <a:t>Passing the assessments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2203BF-D6CD-5B7A-6EDE-BDE69B556ABF}"/>
              </a:ext>
            </a:extLst>
          </p:cNvPr>
          <p:cNvSpPr txBox="1"/>
          <p:nvPr/>
        </p:nvSpPr>
        <p:spPr>
          <a:xfrm>
            <a:off x="9823949" y="428019"/>
            <a:ext cx="1138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Raleway" pitchFamily="2" charset="0"/>
              </a:rPr>
              <a:t>Interview Results</a:t>
            </a:r>
            <a:endParaRPr lang="en-US" sz="1400" dirty="0">
              <a:latin typeface="Raleway" pitchFamily="2" charset="0"/>
            </a:endParaRPr>
          </a:p>
        </p:txBody>
      </p:sp>
      <p:pic>
        <p:nvPicPr>
          <p:cNvPr id="9" name="Picture 8" descr="A black and white text&#10;&#10;Description automatically generated">
            <a:extLst>
              <a:ext uri="{FF2B5EF4-FFF2-40B4-BE49-F238E27FC236}">
                <a16:creationId xmlns:a16="http://schemas.microsoft.com/office/drawing/2014/main" id="{FE1B667D-BB70-246C-2616-4109E10DD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738" y="2580471"/>
            <a:ext cx="2311316" cy="501798"/>
          </a:xfrm>
          <a:prstGeom prst="rect">
            <a:avLst/>
          </a:prstGeom>
        </p:spPr>
      </p:pic>
      <p:sp>
        <p:nvSpPr>
          <p:cNvPr id="7" name="Slide Number Placeholder 109">
            <a:extLst>
              <a:ext uri="{FF2B5EF4-FFF2-40B4-BE49-F238E27FC236}">
                <a16:creationId xmlns:a16="http://schemas.microsoft.com/office/drawing/2014/main" id="{DD0F8341-6DC7-B17F-F785-DBEBB1C25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17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3" name="Google Shape;2140;p37">
            <a:extLst>
              <a:ext uri="{FF2B5EF4-FFF2-40B4-BE49-F238E27FC236}">
                <a16:creationId xmlns:a16="http://schemas.microsoft.com/office/drawing/2014/main" id="{0F47DB7D-B2A2-A045-8F35-7B1A2F55B540}"/>
              </a:ext>
            </a:extLst>
          </p:cNvPr>
          <p:cNvSpPr txBox="1">
            <a:spLocks/>
          </p:cNvSpPr>
          <p:nvPr/>
        </p:nvSpPr>
        <p:spPr>
          <a:xfrm>
            <a:off x="413874" y="19999"/>
            <a:ext cx="5305530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Analysis and Specification of Requirements</a:t>
            </a:r>
          </a:p>
        </p:txBody>
      </p:sp>
      <p:sp>
        <p:nvSpPr>
          <p:cNvPr id="6" name="Google Shape;2140;p37">
            <a:extLst>
              <a:ext uri="{FF2B5EF4-FFF2-40B4-BE49-F238E27FC236}">
                <a16:creationId xmlns:a16="http://schemas.microsoft.com/office/drawing/2014/main" id="{56E7567E-4F94-9C81-F8A5-8F8706A68283}"/>
              </a:ext>
            </a:extLst>
          </p:cNvPr>
          <p:cNvSpPr txBox="1">
            <a:spLocks/>
          </p:cNvSpPr>
          <p:nvPr/>
        </p:nvSpPr>
        <p:spPr>
          <a:xfrm>
            <a:off x="152400" y="0"/>
            <a:ext cx="47059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7556345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0" grpId="0" animBg="1"/>
      <p:bldP spid="166" grpId="0" animBg="1"/>
      <p:bldP spid="157" grpId="0" animBg="1"/>
      <p:bldP spid="152" grpId="0" animBg="1"/>
      <p:bldP spid="147" grpId="0" animBg="1"/>
      <p:bldP spid="5" grpId="0"/>
      <p:bldP spid="11" grpId="0"/>
      <p:bldP spid="12" grpId="0" animBg="1"/>
      <p:bldP spid="13" grpId="0"/>
      <p:bldP spid="14" grpId="0"/>
      <p:bldP spid="15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A635A92-742A-87EA-7942-CEA121C9D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3D83DF2-B6DA-E37F-8DF8-B60118DF1D7A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Sprint Planning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D20C7C-4269-D615-D123-D3E575777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269" y="1412945"/>
            <a:ext cx="7686622" cy="4376646"/>
          </a:xfrm>
          <a:prstGeom prst="rect">
            <a:avLst/>
          </a:prstGeom>
        </p:spPr>
      </p:pic>
      <p:sp>
        <p:nvSpPr>
          <p:cNvPr id="7" name="Slide Number Placeholder 109">
            <a:extLst>
              <a:ext uri="{FF2B5EF4-FFF2-40B4-BE49-F238E27FC236}">
                <a16:creationId xmlns:a16="http://schemas.microsoft.com/office/drawing/2014/main" id="{97F42B3D-876A-9471-F66A-CB8A8863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18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9308A6F9-CC30-F7CE-159B-E61BD2668790}"/>
              </a:ext>
            </a:extLst>
          </p:cNvPr>
          <p:cNvSpPr txBox="1">
            <a:spLocks/>
          </p:cNvSpPr>
          <p:nvPr/>
        </p:nvSpPr>
        <p:spPr>
          <a:xfrm>
            <a:off x="413874" y="19999"/>
            <a:ext cx="5305530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Analysis and Specification of Requirements</a:t>
            </a:r>
          </a:p>
        </p:txBody>
      </p:sp>
      <p:sp>
        <p:nvSpPr>
          <p:cNvPr id="8" name="Google Shape;2140;p37">
            <a:extLst>
              <a:ext uri="{FF2B5EF4-FFF2-40B4-BE49-F238E27FC236}">
                <a16:creationId xmlns:a16="http://schemas.microsoft.com/office/drawing/2014/main" id="{9E29749C-8937-DCD0-D6BB-302ED1616274}"/>
              </a:ext>
            </a:extLst>
          </p:cNvPr>
          <p:cNvSpPr txBox="1">
            <a:spLocks/>
          </p:cNvSpPr>
          <p:nvPr/>
        </p:nvSpPr>
        <p:spPr>
          <a:xfrm>
            <a:off x="152400" y="0"/>
            <a:ext cx="47059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31909272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AEC2BA06-75C2-1397-4C3D-4B680BFD4755}"/>
              </a:ext>
            </a:extLst>
          </p:cNvPr>
          <p:cNvSpPr txBox="1">
            <a:spLocks/>
          </p:cNvSpPr>
          <p:nvPr/>
        </p:nvSpPr>
        <p:spPr>
          <a:xfrm>
            <a:off x="3305121" y="2060951"/>
            <a:ext cx="534287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General Project Framework</a:t>
            </a: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1C4C24F4-9185-332B-1BF8-AD6CEBDCCF1E}"/>
              </a:ext>
            </a:extLst>
          </p:cNvPr>
          <p:cNvSpPr txBox="1">
            <a:spLocks/>
          </p:cNvSpPr>
          <p:nvPr/>
        </p:nvSpPr>
        <p:spPr>
          <a:xfrm>
            <a:off x="3576886" y="3032211"/>
            <a:ext cx="7107486" cy="722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>
              <a:lnSpc>
                <a:spcPct val="115000"/>
              </a:lnSpc>
            </a:pPr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Analysis and Specification of Requirements</a:t>
            </a:r>
            <a:endParaRPr lang="fr-FR" sz="2400" b="1" dirty="0">
              <a:solidFill>
                <a:schemeClr val="bg1">
                  <a:lumMod val="50000"/>
                </a:schemeClr>
              </a:solidFill>
              <a:latin typeface="Raleway" pitchFamily="2" charset="0"/>
            </a:endParaRPr>
          </a:p>
        </p:txBody>
      </p:sp>
      <p:sp>
        <p:nvSpPr>
          <p:cNvPr id="9" name="Google Shape;2140;p37">
            <a:extLst>
              <a:ext uri="{FF2B5EF4-FFF2-40B4-BE49-F238E27FC236}">
                <a16:creationId xmlns:a16="http://schemas.microsoft.com/office/drawing/2014/main" id="{77299AB6-0AEB-73AB-6D55-C9C7637391DC}"/>
              </a:ext>
            </a:extLst>
          </p:cNvPr>
          <p:cNvSpPr txBox="1">
            <a:spLocks/>
          </p:cNvSpPr>
          <p:nvPr/>
        </p:nvSpPr>
        <p:spPr>
          <a:xfrm>
            <a:off x="3886786" y="4861091"/>
            <a:ext cx="4404652" cy="46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>
              <a:lnSpc>
                <a:spcPct val="115000"/>
              </a:lnSpc>
            </a:pPr>
            <a:r>
              <a:rPr lang="fr-FR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Conclusion and Perspectives</a:t>
            </a:r>
          </a:p>
        </p:txBody>
      </p:sp>
      <p:grpSp>
        <p:nvGrpSpPr>
          <p:cNvPr id="18" name="Google Shape;2106;p37">
            <a:extLst>
              <a:ext uri="{FF2B5EF4-FFF2-40B4-BE49-F238E27FC236}">
                <a16:creationId xmlns:a16="http://schemas.microsoft.com/office/drawing/2014/main" id="{193C9E3D-AAD8-545F-C9AB-B625BCF55C0C}"/>
              </a:ext>
            </a:extLst>
          </p:cNvPr>
          <p:cNvGrpSpPr/>
          <p:nvPr/>
        </p:nvGrpSpPr>
        <p:grpSpPr>
          <a:xfrm>
            <a:off x="2754809" y="2006994"/>
            <a:ext cx="635100" cy="734640"/>
            <a:chOff x="731647" y="573573"/>
            <a:chExt cx="635100" cy="734640"/>
          </a:xfrm>
        </p:grpSpPr>
        <p:sp>
          <p:nvSpPr>
            <p:cNvPr id="24" name="Google Shape;2108;p37">
              <a:extLst>
                <a:ext uri="{FF2B5EF4-FFF2-40B4-BE49-F238E27FC236}">
                  <a16:creationId xmlns:a16="http://schemas.microsoft.com/office/drawing/2014/main" id="{A6C1E2AA-B982-0127-657D-B42D7938273D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" name="Google Shape;2110;p37">
              <a:extLst>
                <a:ext uri="{FF2B5EF4-FFF2-40B4-BE49-F238E27FC236}">
                  <a16:creationId xmlns:a16="http://schemas.microsoft.com/office/drawing/2014/main" id="{18BEF5CE-5F85-A820-0120-1BCBC34E81EB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21" name="Google Shape;2111;p37">
                <a:extLst>
                  <a:ext uri="{FF2B5EF4-FFF2-40B4-BE49-F238E27FC236}">
                    <a16:creationId xmlns:a16="http://schemas.microsoft.com/office/drawing/2014/main" id="{86F46C6F-C76C-3BE0-0E08-F87EA4870E90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2" name="Google Shape;2112;p37">
                <a:extLst>
                  <a:ext uri="{FF2B5EF4-FFF2-40B4-BE49-F238E27FC236}">
                    <a16:creationId xmlns:a16="http://schemas.microsoft.com/office/drawing/2014/main" id="{4DEA07B3-7270-6960-629B-CD6D762A8825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3" name="Google Shape;2113;p37">
                <a:extLst>
                  <a:ext uri="{FF2B5EF4-FFF2-40B4-BE49-F238E27FC236}">
                    <a16:creationId xmlns:a16="http://schemas.microsoft.com/office/drawing/2014/main" id="{18C125CF-EE7D-E564-B384-818D09A49998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B40344CA-EC5E-B284-90BD-9C1465227DAE}"/>
              </a:ext>
            </a:extLst>
          </p:cNvPr>
          <p:cNvSpPr txBox="1"/>
          <p:nvPr/>
        </p:nvSpPr>
        <p:spPr>
          <a:xfrm>
            <a:off x="3424561" y="224543"/>
            <a:ext cx="5342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Raleway" pitchFamily="2" charset="0"/>
              </a:rPr>
              <a:t>Table of Content</a:t>
            </a:r>
            <a:endParaRPr lang="fr-FR" sz="3600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4A6B5DE1-4EC0-905F-7751-1888244355F7}"/>
              </a:ext>
            </a:extLst>
          </p:cNvPr>
          <p:cNvSpPr txBox="1">
            <a:spLocks/>
          </p:cNvSpPr>
          <p:nvPr/>
        </p:nvSpPr>
        <p:spPr>
          <a:xfrm>
            <a:off x="3886786" y="1159945"/>
            <a:ext cx="534287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Introduction</a:t>
            </a:r>
          </a:p>
        </p:txBody>
      </p:sp>
      <p:grpSp>
        <p:nvGrpSpPr>
          <p:cNvPr id="3" name="Google Shape;2106;p37">
            <a:extLst>
              <a:ext uri="{FF2B5EF4-FFF2-40B4-BE49-F238E27FC236}">
                <a16:creationId xmlns:a16="http://schemas.microsoft.com/office/drawing/2014/main" id="{F22D43CD-1E97-9643-CD2D-B5CA96E7320D}"/>
              </a:ext>
            </a:extLst>
          </p:cNvPr>
          <p:cNvGrpSpPr/>
          <p:nvPr/>
        </p:nvGrpSpPr>
        <p:grpSpPr>
          <a:xfrm>
            <a:off x="2754809" y="1093656"/>
            <a:ext cx="635100" cy="734640"/>
            <a:chOff x="731647" y="573573"/>
            <a:chExt cx="635100" cy="734640"/>
          </a:xfrm>
        </p:grpSpPr>
        <p:sp>
          <p:nvSpPr>
            <p:cNvPr id="38" name="Google Shape;2108;p37">
              <a:extLst>
                <a:ext uri="{FF2B5EF4-FFF2-40B4-BE49-F238E27FC236}">
                  <a16:creationId xmlns:a16="http://schemas.microsoft.com/office/drawing/2014/main" id="{5F91CD75-EA4F-F293-22EE-802097528C44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" name="Google Shape;2110;p37">
              <a:extLst>
                <a:ext uri="{FF2B5EF4-FFF2-40B4-BE49-F238E27FC236}">
                  <a16:creationId xmlns:a16="http://schemas.microsoft.com/office/drawing/2014/main" id="{075A2C74-ACC2-3390-72C3-384E200FED54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35" name="Google Shape;2111;p37">
                <a:extLst>
                  <a:ext uri="{FF2B5EF4-FFF2-40B4-BE49-F238E27FC236}">
                    <a16:creationId xmlns:a16="http://schemas.microsoft.com/office/drawing/2014/main" id="{AC2AEAC0-D95F-4469-2861-E7771EB9DD6B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36" name="Google Shape;2112;p37">
                <a:extLst>
                  <a:ext uri="{FF2B5EF4-FFF2-40B4-BE49-F238E27FC236}">
                    <a16:creationId xmlns:a16="http://schemas.microsoft.com/office/drawing/2014/main" id="{C9E3ECDA-7D77-C039-9259-B6FADE125DDD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37" name="Google Shape;2113;p37">
                <a:extLst>
                  <a:ext uri="{FF2B5EF4-FFF2-40B4-BE49-F238E27FC236}">
                    <a16:creationId xmlns:a16="http://schemas.microsoft.com/office/drawing/2014/main" id="{A9417E5A-AFF6-9A7C-3EE5-78CB5B38F3EC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59" name="Google Shape;2109;p37">
            <a:extLst>
              <a:ext uri="{FF2B5EF4-FFF2-40B4-BE49-F238E27FC236}">
                <a16:creationId xmlns:a16="http://schemas.microsoft.com/office/drawing/2014/main" id="{B1FCBDF7-1333-4B8A-EDA4-262C79D7049F}"/>
              </a:ext>
            </a:extLst>
          </p:cNvPr>
          <p:cNvSpPr/>
          <p:nvPr/>
        </p:nvSpPr>
        <p:spPr>
          <a:xfrm>
            <a:off x="2839521" y="1178381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62" name="Google Shape;2109;p37">
            <a:extLst>
              <a:ext uri="{FF2B5EF4-FFF2-40B4-BE49-F238E27FC236}">
                <a16:creationId xmlns:a16="http://schemas.microsoft.com/office/drawing/2014/main" id="{589487BF-CA8E-1CD8-5505-BEE3E2BA0F14}"/>
              </a:ext>
            </a:extLst>
          </p:cNvPr>
          <p:cNvSpPr/>
          <p:nvPr/>
        </p:nvSpPr>
        <p:spPr>
          <a:xfrm>
            <a:off x="2840729" y="2105090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66" name="Google Shape;2140;p37">
            <a:extLst>
              <a:ext uri="{FF2B5EF4-FFF2-40B4-BE49-F238E27FC236}">
                <a16:creationId xmlns:a16="http://schemas.microsoft.com/office/drawing/2014/main" id="{727B5827-E9AC-19CC-A0AD-3CF893D2C026}"/>
              </a:ext>
            </a:extLst>
          </p:cNvPr>
          <p:cNvSpPr txBox="1">
            <a:spLocks/>
          </p:cNvSpPr>
          <p:nvPr/>
        </p:nvSpPr>
        <p:spPr>
          <a:xfrm>
            <a:off x="2708670" y="3862176"/>
            <a:ext cx="6535779" cy="722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Raleway" pitchFamily="2" charset="0"/>
              </a:rPr>
              <a:t>Design and Implementation</a:t>
            </a:r>
            <a:endParaRPr lang="fr-FR" sz="2400" b="1" dirty="0">
              <a:solidFill>
                <a:schemeClr val="tx1"/>
              </a:solidFill>
              <a:latin typeface="Raleway" pitchFamily="2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5F1F29-4032-8236-C094-FDC7381DD9F6}"/>
              </a:ext>
            </a:extLst>
          </p:cNvPr>
          <p:cNvSpPr txBox="1"/>
          <p:nvPr/>
        </p:nvSpPr>
        <p:spPr>
          <a:xfrm>
            <a:off x="2916669" y="1189042"/>
            <a:ext cx="3113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1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E0EA4DE-1BDF-873B-596A-ECE205F1305B}"/>
              </a:ext>
            </a:extLst>
          </p:cNvPr>
          <p:cNvSpPr txBox="1"/>
          <p:nvPr/>
        </p:nvSpPr>
        <p:spPr>
          <a:xfrm>
            <a:off x="2916669" y="2104330"/>
            <a:ext cx="32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2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grpSp>
        <p:nvGrpSpPr>
          <p:cNvPr id="76" name="Google Shape;2106;p37">
            <a:extLst>
              <a:ext uri="{FF2B5EF4-FFF2-40B4-BE49-F238E27FC236}">
                <a16:creationId xmlns:a16="http://schemas.microsoft.com/office/drawing/2014/main" id="{216F298D-B447-D2C1-07DC-3B9CE3364D78}"/>
              </a:ext>
            </a:extLst>
          </p:cNvPr>
          <p:cNvGrpSpPr/>
          <p:nvPr/>
        </p:nvGrpSpPr>
        <p:grpSpPr>
          <a:xfrm>
            <a:off x="2754809" y="3938517"/>
            <a:ext cx="635100" cy="734640"/>
            <a:chOff x="731647" y="573573"/>
            <a:chExt cx="635100" cy="734640"/>
          </a:xfrm>
        </p:grpSpPr>
        <p:sp>
          <p:nvSpPr>
            <p:cNvPr id="77" name="Google Shape;2108;p37">
              <a:extLst>
                <a:ext uri="{FF2B5EF4-FFF2-40B4-BE49-F238E27FC236}">
                  <a16:creationId xmlns:a16="http://schemas.microsoft.com/office/drawing/2014/main" id="{869C41D4-0A3E-0EB4-69B3-B7E7FAB06925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" name="Google Shape;2110;p37">
              <a:extLst>
                <a:ext uri="{FF2B5EF4-FFF2-40B4-BE49-F238E27FC236}">
                  <a16:creationId xmlns:a16="http://schemas.microsoft.com/office/drawing/2014/main" id="{8D49C147-9146-A305-B545-3834306A4B3A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79" name="Google Shape;2111;p37">
                <a:extLst>
                  <a:ext uri="{FF2B5EF4-FFF2-40B4-BE49-F238E27FC236}">
                    <a16:creationId xmlns:a16="http://schemas.microsoft.com/office/drawing/2014/main" id="{6ACC015F-C750-A54F-0A03-B0D99ED70647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0" name="Google Shape;2112;p37">
                <a:extLst>
                  <a:ext uri="{FF2B5EF4-FFF2-40B4-BE49-F238E27FC236}">
                    <a16:creationId xmlns:a16="http://schemas.microsoft.com/office/drawing/2014/main" id="{70565BA2-3D07-84F2-E94D-2600E3030FA2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1" name="Google Shape;2113;p37">
                <a:extLst>
                  <a:ext uri="{FF2B5EF4-FFF2-40B4-BE49-F238E27FC236}">
                    <a16:creationId xmlns:a16="http://schemas.microsoft.com/office/drawing/2014/main" id="{BA2691BE-729D-068F-8F6D-6E5FEE3FDE08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82" name="Google Shape;2106;p37">
            <a:extLst>
              <a:ext uri="{FF2B5EF4-FFF2-40B4-BE49-F238E27FC236}">
                <a16:creationId xmlns:a16="http://schemas.microsoft.com/office/drawing/2014/main" id="{9349BE57-2865-CEED-9710-A08866E8DCA9}"/>
              </a:ext>
            </a:extLst>
          </p:cNvPr>
          <p:cNvGrpSpPr/>
          <p:nvPr/>
        </p:nvGrpSpPr>
        <p:grpSpPr>
          <a:xfrm>
            <a:off x="2754809" y="3025179"/>
            <a:ext cx="635100" cy="734640"/>
            <a:chOff x="731647" y="573573"/>
            <a:chExt cx="635100" cy="734640"/>
          </a:xfrm>
        </p:grpSpPr>
        <p:sp>
          <p:nvSpPr>
            <p:cNvPr id="83" name="Google Shape;2108;p37">
              <a:extLst>
                <a:ext uri="{FF2B5EF4-FFF2-40B4-BE49-F238E27FC236}">
                  <a16:creationId xmlns:a16="http://schemas.microsoft.com/office/drawing/2014/main" id="{62A1034C-045D-E6F0-97D9-F5746C1DB377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4" name="Google Shape;2110;p37">
              <a:extLst>
                <a:ext uri="{FF2B5EF4-FFF2-40B4-BE49-F238E27FC236}">
                  <a16:creationId xmlns:a16="http://schemas.microsoft.com/office/drawing/2014/main" id="{A16F00CF-7951-5569-2EA9-6E10EC5FF0D3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85" name="Google Shape;2111;p37">
                <a:extLst>
                  <a:ext uri="{FF2B5EF4-FFF2-40B4-BE49-F238E27FC236}">
                    <a16:creationId xmlns:a16="http://schemas.microsoft.com/office/drawing/2014/main" id="{177AF579-84F5-2E50-CD8C-744268F9F1D4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6" name="Google Shape;2112;p37">
                <a:extLst>
                  <a:ext uri="{FF2B5EF4-FFF2-40B4-BE49-F238E27FC236}">
                    <a16:creationId xmlns:a16="http://schemas.microsoft.com/office/drawing/2014/main" id="{62B4CF96-8303-981D-CB4E-52CEDBECCECE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7" name="Google Shape;2113;p37">
                <a:extLst>
                  <a:ext uri="{FF2B5EF4-FFF2-40B4-BE49-F238E27FC236}">
                    <a16:creationId xmlns:a16="http://schemas.microsoft.com/office/drawing/2014/main" id="{91AD210A-47EF-BC4D-A98E-D808B460D622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88" name="Google Shape;2109;p37">
            <a:extLst>
              <a:ext uri="{FF2B5EF4-FFF2-40B4-BE49-F238E27FC236}">
                <a16:creationId xmlns:a16="http://schemas.microsoft.com/office/drawing/2014/main" id="{899C5475-0683-050A-8DE6-20BC48A8D207}"/>
              </a:ext>
            </a:extLst>
          </p:cNvPr>
          <p:cNvSpPr/>
          <p:nvPr/>
        </p:nvSpPr>
        <p:spPr>
          <a:xfrm>
            <a:off x="2839521" y="3109904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89" name="Google Shape;2109;p37">
            <a:extLst>
              <a:ext uri="{FF2B5EF4-FFF2-40B4-BE49-F238E27FC236}">
                <a16:creationId xmlns:a16="http://schemas.microsoft.com/office/drawing/2014/main" id="{216985B5-F269-23F0-DF90-645B1C5A64BD}"/>
              </a:ext>
            </a:extLst>
          </p:cNvPr>
          <p:cNvSpPr/>
          <p:nvPr/>
        </p:nvSpPr>
        <p:spPr>
          <a:xfrm>
            <a:off x="2839521" y="4023267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9060810-90C4-8C01-159B-5F6CE19E8BBA}"/>
              </a:ext>
            </a:extLst>
          </p:cNvPr>
          <p:cNvSpPr txBox="1"/>
          <p:nvPr/>
        </p:nvSpPr>
        <p:spPr>
          <a:xfrm>
            <a:off x="2916669" y="312056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5F31CD-3C60-1958-7C05-D3CEE492688C}"/>
              </a:ext>
            </a:extLst>
          </p:cNvPr>
          <p:cNvSpPr txBox="1"/>
          <p:nvPr/>
        </p:nvSpPr>
        <p:spPr>
          <a:xfrm>
            <a:off x="2916669" y="4035853"/>
            <a:ext cx="330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4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grpSp>
        <p:nvGrpSpPr>
          <p:cNvPr id="102" name="Google Shape;2106;p37">
            <a:extLst>
              <a:ext uri="{FF2B5EF4-FFF2-40B4-BE49-F238E27FC236}">
                <a16:creationId xmlns:a16="http://schemas.microsoft.com/office/drawing/2014/main" id="{9DF3E34C-93BA-2950-6F3E-8C7F45DBB244}"/>
              </a:ext>
            </a:extLst>
          </p:cNvPr>
          <p:cNvGrpSpPr/>
          <p:nvPr/>
        </p:nvGrpSpPr>
        <p:grpSpPr>
          <a:xfrm>
            <a:off x="2741297" y="4861091"/>
            <a:ext cx="635100" cy="734640"/>
            <a:chOff x="731647" y="573573"/>
            <a:chExt cx="635100" cy="734640"/>
          </a:xfrm>
        </p:grpSpPr>
        <p:sp>
          <p:nvSpPr>
            <p:cNvPr id="103" name="Google Shape;2108;p37">
              <a:extLst>
                <a:ext uri="{FF2B5EF4-FFF2-40B4-BE49-F238E27FC236}">
                  <a16:creationId xmlns:a16="http://schemas.microsoft.com/office/drawing/2014/main" id="{011428BF-E225-6CD7-4609-2ACCAEA4985A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4" name="Google Shape;2110;p37">
              <a:extLst>
                <a:ext uri="{FF2B5EF4-FFF2-40B4-BE49-F238E27FC236}">
                  <a16:creationId xmlns:a16="http://schemas.microsoft.com/office/drawing/2014/main" id="{F7BED607-A198-CA38-B221-5EE4C562F370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105" name="Google Shape;2111;p37">
                <a:extLst>
                  <a:ext uri="{FF2B5EF4-FFF2-40B4-BE49-F238E27FC236}">
                    <a16:creationId xmlns:a16="http://schemas.microsoft.com/office/drawing/2014/main" id="{5F8744E3-3DFE-3A07-6EE3-E392F26F93A9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06" name="Google Shape;2112;p37">
                <a:extLst>
                  <a:ext uri="{FF2B5EF4-FFF2-40B4-BE49-F238E27FC236}">
                    <a16:creationId xmlns:a16="http://schemas.microsoft.com/office/drawing/2014/main" id="{A7C254C3-872E-5541-1CFC-C670D6183F3A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07" name="Google Shape;2113;p37">
                <a:extLst>
                  <a:ext uri="{FF2B5EF4-FFF2-40B4-BE49-F238E27FC236}">
                    <a16:creationId xmlns:a16="http://schemas.microsoft.com/office/drawing/2014/main" id="{13E932BF-B108-321A-B279-630B1C8BD8B5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108" name="Google Shape;2109;p37">
            <a:extLst>
              <a:ext uri="{FF2B5EF4-FFF2-40B4-BE49-F238E27FC236}">
                <a16:creationId xmlns:a16="http://schemas.microsoft.com/office/drawing/2014/main" id="{64F94A68-0C76-2C50-26BF-110E98561C05}"/>
              </a:ext>
            </a:extLst>
          </p:cNvPr>
          <p:cNvSpPr/>
          <p:nvPr/>
        </p:nvSpPr>
        <p:spPr>
          <a:xfrm>
            <a:off x="2826009" y="4949191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F2B0C4A-D3A8-B559-2A1E-306A7E862AC7}"/>
              </a:ext>
            </a:extLst>
          </p:cNvPr>
          <p:cNvSpPr txBox="1"/>
          <p:nvPr/>
        </p:nvSpPr>
        <p:spPr>
          <a:xfrm>
            <a:off x="2903157" y="4958427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5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7" name="Slide Number Placeholder 109">
            <a:extLst>
              <a:ext uri="{FF2B5EF4-FFF2-40B4-BE49-F238E27FC236}">
                <a16:creationId xmlns:a16="http://schemas.microsoft.com/office/drawing/2014/main" id="{80060C43-700E-F9C0-29B5-F0236DF3F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19</a:t>
            </a:fld>
            <a:endParaRPr lang="fr-FR" b="1" dirty="0">
              <a:latin typeface="Ralew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401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3D83DF2-B6DA-E37F-8DF8-B60118DF1D7A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Sprint Planning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D20C7C-4269-D615-D123-D3E575777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3269" y="1412945"/>
            <a:ext cx="7686622" cy="4376646"/>
          </a:xfrm>
          <a:prstGeom prst="rect">
            <a:avLst/>
          </a:prstGeom>
        </p:spPr>
      </p:pic>
      <p:sp>
        <p:nvSpPr>
          <p:cNvPr id="7" name="Slide Number Placeholder 109">
            <a:extLst>
              <a:ext uri="{FF2B5EF4-FFF2-40B4-BE49-F238E27FC236}">
                <a16:creationId xmlns:a16="http://schemas.microsoft.com/office/drawing/2014/main" id="{6FFA95A4-8A1B-7EC6-29E5-3616D51F3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20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499B641C-0710-595D-B83D-C28415E88CDB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3" name="Google Shape;2140;p37">
            <a:extLst>
              <a:ext uri="{FF2B5EF4-FFF2-40B4-BE49-F238E27FC236}">
                <a16:creationId xmlns:a16="http://schemas.microsoft.com/office/drawing/2014/main" id="{ECEA8CE9-7D68-A80E-FDDC-BBF1BD36A609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25001518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A635A92-742A-87EA-7942-CEA121C9D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3D83DF2-B6DA-E37F-8DF8-B60118DF1D7A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Use case diagram of Sprint 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D20C7C-4269-D615-D123-D3E57577789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043" b="68917"/>
          <a:stretch/>
        </p:blipFill>
        <p:spPr>
          <a:xfrm>
            <a:off x="367642" y="1311724"/>
            <a:ext cx="4570245" cy="1619121"/>
          </a:xfrm>
          <a:prstGeom prst="rect">
            <a:avLst/>
          </a:prstGeom>
        </p:spPr>
      </p:pic>
      <p:pic>
        <p:nvPicPr>
          <p:cNvPr id="7" name="Picture 6" descr="A diagram of a job interview&#10;&#10;Description automatically generated">
            <a:extLst>
              <a:ext uri="{FF2B5EF4-FFF2-40B4-BE49-F238E27FC236}">
                <a16:creationId xmlns:a16="http://schemas.microsoft.com/office/drawing/2014/main" id="{11924889-109A-95F3-6EFB-F66C42F544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887" y="1697371"/>
            <a:ext cx="6812083" cy="4761133"/>
          </a:xfrm>
          <a:prstGeom prst="rect">
            <a:avLst/>
          </a:prstGeom>
        </p:spPr>
      </p:pic>
      <p:sp>
        <p:nvSpPr>
          <p:cNvPr id="8" name="Google Shape;2140;p37">
            <a:extLst>
              <a:ext uri="{FF2B5EF4-FFF2-40B4-BE49-F238E27FC236}">
                <a16:creationId xmlns:a16="http://schemas.microsoft.com/office/drawing/2014/main" id="{497A5F45-CCCC-7286-9A89-23CECC6134EE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10" name="Slide Number Placeholder 109">
            <a:extLst>
              <a:ext uri="{FF2B5EF4-FFF2-40B4-BE49-F238E27FC236}">
                <a16:creationId xmlns:a16="http://schemas.microsoft.com/office/drawing/2014/main" id="{BE1B6AC6-667B-67AD-9DD3-A9DDEAB34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21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468196A0-773E-6C09-4EFA-F39C46030C43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128413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A635A92-742A-87EA-7942-CEA121C9D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3D83DF2-B6DA-E37F-8DF8-B60118DF1D7A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 Use case diagram for “Use the IDE”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D20C7C-4269-D615-D123-D3E57577789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043" b="68917"/>
          <a:stretch/>
        </p:blipFill>
        <p:spPr>
          <a:xfrm>
            <a:off x="367642" y="1311724"/>
            <a:ext cx="4570245" cy="1619121"/>
          </a:xfrm>
          <a:prstGeom prst="rect">
            <a:avLst/>
          </a:prstGeom>
        </p:spPr>
      </p:pic>
      <p:pic>
        <p:nvPicPr>
          <p:cNvPr id="7" name="Picture 6" descr="A diagram of a job interview&#10;&#10;Description automatically generated">
            <a:extLst>
              <a:ext uri="{FF2B5EF4-FFF2-40B4-BE49-F238E27FC236}">
                <a16:creationId xmlns:a16="http://schemas.microsoft.com/office/drawing/2014/main" id="{11924889-109A-95F3-6EFB-F66C42F5442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" r="3295" b="70015"/>
          <a:stretch/>
        </p:blipFill>
        <p:spPr>
          <a:xfrm>
            <a:off x="1260978" y="3069625"/>
            <a:ext cx="9672871" cy="1984696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CA505B4-5872-ADD9-3307-55EF5D965F95}"/>
              </a:ext>
            </a:extLst>
          </p:cNvPr>
          <p:cNvSpPr/>
          <p:nvPr/>
        </p:nvSpPr>
        <p:spPr>
          <a:xfrm>
            <a:off x="3092450" y="3994150"/>
            <a:ext cx="2581275" cy="39687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17C240C-6FF1-87AA-B00A-E370EE6D89F0}"/>
              </a:ext>
            </a:extLst>
          </p:cNvPr>
          <p:cNvSpPr/>
          <p:nvPr/>
        </p:nvSpPr>
        <p:spPr>
          <a:xfrm>
            <a:off x="8077201" y="3914774"/>
            <a:ext cx="1231900" cy="36830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Slide Number Placeholder 109">
            <a:extLst>
              <a:ext uri="{FF2B5EF4-FFF2-40B4-BE49-F238E27FC236}">
                <a16:creationId xmlns:a16="http://schemas.microsoft.com/office/drawing/2014/main" id="{1C360859-EA5B-BF2E-F6C0-CB0C9AB0A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22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66F9B6D0-E3AD-55A6-BAE8-8BC9A6305534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B24AA65F-C2F2-1571-64FC-6EC99C32AE74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412859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A635A92-742A-87EA-7942-CEA121C9D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3D83DF2-B6DA-E37F-8DF8-B60118DF1D7A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Sequence Diagram of “Use the IDE”</a:t>
            </a:r>
          </a:p>
        </p:txBody>
      </p:sp>
      <p:pic>
        <p:nvPicPr>
          <p:cNvPr id="8" name="Picture 7" descr="A diagram of a company&#10;&#10;Description automatically generated">
            <a:extLst>
              <a:ext uri="{FF2B5EF4-FFF2-40B4-BE49-F238E27FC236}">
                <a16:creationId xmlns:a16="http://schemas.microsoft.com/office/drawing/2014/main" id="{9360D10D-81C2-5C14-ED0B-60407686FA0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r="-719" b="95318"/>
          <a:stretch/>
        </p:blipFill>
        <p:spPr>
          <a:xfrm>
            <a:off x="625827" y="2267748"/>
            <a:ext cx="10919729" cy="7367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3FF16C-1717-56A6-5FDC-A2B3A53C3F72}"/>
              </a:ext>
            </a:extLst>
          </p:cNvPr>
          <p:cNvSpPr txBox="1"/>
          <p:nvPr/>
        </p:nvSpPr>
        <p:spPr>
          <a:xfrm>
            <a:off x="160773" y="3633797"/>
            <a:ext cx="2311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Raleway" pitchFamily="2" charset="0"/>
              </a:rPr>
              <a:t>The user in question: Candidate</a:t>
            </a:r>
            <a:endParaRPr lang="fr-FR" dirty="0">
              <a:latin typeface="Raleway" pitchFamily="2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C6EC93E-ED98-837A-0CA9-66FAD29E44E8}"/>
              </a:ext>
            </a:extLst>
          </p:cNvPr>
          <p:cNvCxnSpPr>
            <a:cxnSpLocks/>
          </p:cNvCxnSpPr>
          <p:nvPr/>
        </p:nvCxnSpPr>
        <p:spPr>
          <a:xfrm>
            <a:off x="1316334" y="3004457"/>
            <a:ext cx="0" cy="538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372EA1-332D-6F8B-F687-B9653AEFB445}"/>
              </a:ext>
            </a:extLst>
          </p:cNvPr>
          <p:cNvCxnSpPr>
            <a:cxnSpLocks/>
          </p:cNvCxnSpPr>
          <p:nvPr/>
        </p:nvCxnSpPr>
        <p:spPr>
          <a:xfrm>
            <a:off x="2879335" y="3081138"/>
            <a:ext cx="0" cy="1385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1810CF9-AFC7-E0AE-E8E0-46493CC22FC1}"/>
              </a:ext>
            </a:extLst>
          </p:cNvPr>
          <p:cNvSpPr txBox="1"/>
          <p:nvPr/>
        </p:nvSpPr>
        <p:spPr>
          <a:xfrm>
            <a:off x="1723774" y="4864865"/>
            <a:ext cx="23111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Raleway" pitchFamily="2" charset="0"/>
              </a:rPr>
              <a:t>The interface object for this use case “UI Interview”</a:t>
            </a:r>
            <a:endParaRPr lang="fr-FR" dirty="0">
              <a:latin typeface="Raleway" pitchFamily="2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83E1833-E0FE-6DB6-40C7-486C829A0D09}"/>
              </a:ext>
            </a:extLst>
          </p:cNvPr>
          <p:cNvSpPr/>
          <p:nvPr/>
        </p:nvSpPr>
        <p:spPr>
          <a:xfrm>
            <a:off x="4009292" y="2180492"/>
            <a:ext cx="2813538" cy="9233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CA37F2A-5A72-85D9-9829-6BEA31DABAB4}"/>
              </a:ext>
            </a:extLst>
          </p:cNvPr>
          <p:cNvCxnSpPr>
            <a:cxnSpLocks/>
          </p:cNvCxnSpPr>
          <p:nvPr/>
        </p:nvCxnSpPr>
        <p:spPr>
          <a:xfrm>
            <a:off x="5486401" y="3207792"/>
            <a:ext cx="0" cy="12441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E4F8385-581A-A419-054F-C8089E4D061F}"/>
              </a:ext>
            </a:extLst>
          </p:cNvPr>
          <p:cNvSpPr txBox="1"/>
          <p:nvPr/>
        </p:nvSpPr>
        <p:spPr>
          <a:xfrm>
            <a:off x="4330840" y="4688519"/>
            <a:ext cx="2311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Raleway" pitchFamily="2" charset="0"/>
              </a:rPr>
              <a:t>The used controllers in our use case are Challenges and Submissions</a:t>
            </a:r>
            <a:endParaRPr lang="fr-FR" dirty="0">
              <a:latin typeface="Raleway" pitchFamily="2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1A131A-3AEC-027A-2370-FF0593D354C3}"/>
              </a:ext>
            </a:extLst>
          </p:cNvPr>
          <p:cNvSpPr/>
          <p:nvPr/>
        </p:nvSpPr>
        <p:spPr>
          <a:xfrm>
            <a:off x="6964653" y="2183842"/>
            <a:ext cx="1499411" cy="9233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68CE0E0-720D-47F1-C146-FF5F6B6032DF}"/>
              </a:ext>
            </a:extLst>
          </p:cNvPr>
          <p:cNvCxnSpPr>
            <a:cxnSpLocks/>
          </p:cNvCxnSpPr>
          <p:nvPr/>
        </p:nvCxnSpPr>
        <p:spPr>
          <a:xfrm>
            <a:off x="7731105" y="3175077"/>
            <a:ext cx="0" cy="1276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AC52CC7-F613-59D4-8097-70571B12F2B4}"/>
              </a:ext>
            </a:extLst>
          </p:cNvPr>
          <p:cNvSpPr txBox="1"/>
          <p:nvPr/>
        </p:nvSpPr>
        <p:spPr>
          <a:xfrm>
            <a:off x="6641961" y="4850755"/>
            <a:ext cx="23111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Raleway" pitchFamily="2" charset="0"/>
              </a:rPr>
              <a:t>The used collection is the Challenge collection</a:t>
            </a:r>
            <a:endParaRPr lang="fr-FR" dirty="0">
              <a:latin typeface="Raleway" pitchFamily="2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A17997D-E226-98EF-FE83-1762305020C6}"/>
              </a:ext>
            </a:extLst>
          </p:cNvPr>
          <p:cNvCxnSpPr>
            <a:cxnSpLocks/>
          </p:cNvCxnSpPr>
          <p:nvPr/>
        </p:nvCxnSpPr>
        <p:spPr>
          <a:xfrm>
            <a:off x="10048352" y="3207792"/>
            <a:ext cx="0" cy="12256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BD1E782-F112-9F86-AA1A-102B8791B9E0}"/>
              </a:ext>
            </a:extLst>
          </p:cNvPr>
          <p:cNvSpPr txBox="1"/>
          <p:nvPr/>
        </p:nvSpPr>
        <p:spPr>
          <a:xfrm>
            <a:off x="8997772" y="4688519"/>
            <a:ext cx="2311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Raleway" pitchFamily="2" charset="0"/>
              </a:rPr>
              <a:t>External APIs were used such as the languages, the code execution system…</a:t>
            </a:r>
            <a:endParaRPr lang="fr-FR" dirty="0">
              <a:latin typeface="Raleway" pitchFamily="2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6E6E31-5811-376C-51F4-288B3B01F007}"/>
              </a:ext>
            </a:extLst>
          </p:cNvPr>
          <p:cNvSpPr/>
          <p:nvPr/>
        </p:nvSpPr>
        <p:spPr>
          <a:xfrm>
            <a:off x="8605887" y="2185603"/>
            <a:ext cx="3094892" cy="9233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747C5A6E-FBDD-9596-6186-89E95254099E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1A3FBD8F-9CC9-6B70-702F-4395E97D2AE0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17525901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  <p:bldP spid="18" grpId="0" animBg="1"/>
      <p:bldP spid="21" grpId="0"/>
      <p:bldP spid="22" grpId="0" animBg="1"/>
      <p:bldP spid="24" grpId="0"/>
      <p:bldP spid="26" grpId="0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A635A92-742A-87EA-7942-CEA121C9D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3D83DF2-B6DA-E37F-8DF8-B60118DF1D7A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Sequence Diagram of “Use the IDE”</a:t>
            </a:r>
          </a:p>
        </p:txBody>
      </p:sp>
      <p:pic>
        <p:nvPicPr>
          <p:cNvPr id="8" name="Picture 7" descr="A diagram of a company&#10;&#10;Description automatically generated">
            <a:extLst>
              <a:ext uri="{FF2B5EF4-FFF2-40B4-BE49-F238E27FC236}">
                <a16:creationId xmlns:a16="http://schemas.microsoft.com/office/drawing/2014/main" id="{9360D10D-81C2-5C14-ED0B-60407686FA0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59" b="66740"/>
          <a:stretch/>
        </p:blipFill>
        <p:spPr>
          <a:xfrm>
            <a:off x="1807399" y="1596352"/>
            <a:ext cx="8577201" cy="412987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27F5F9B-CCE9-7814-454B-82372F318349}"/>
              </a:ext>
            </a:extLst>
          </p:cNvPr>
          <p:cNvSpPr/>
          <p:nvPr/>
        </p:nvSpPr>
        <p:spPr>
          <a:xfrm>
            <a:off x="2000250" y="2228850"/>
            <a:ext cx="8229600" cy="4619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9EFCC2-7C86-CDD9-A39B-5B2893FF225C}"/>
              </a:ext>
            </a:extLst>
          </p:cNvPr>
          <p:cNvSpPr/>
          <p:nvPr/>
        </p:nvSpPr>
        <p:spPr>
          <a:xfrm>
            <a:off x="2000250" y="2838450"/>
            <a:ext cx="8229600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Slide Number Placeholder 109">
            <a:extLst>
              <a:ext uri="{FF2B5EF4-FFF2-40B4-BE49-F238E27FC236}">
                <a16:creationId xmlns:a16="http://schemas.microsoft.com/office/drawing/2014/main" id="{EA448F43-2901-3194-A691-82C54D434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24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3B715C35-8ACB-9036-800A-15206E936586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6" name="Google Shape;2140;p37">
            <a:extLst>
              <a:ext uri="{FF2B5EF4-FFF2-40B4-BE49-F238E27FC236}">
                <a16:creationId xmlns:a16="http://schemas.microsoft.com/office/drawing/2014/main" id="{DBEE3E05-9E7B-72A2-47A8-7A5837B25E2B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3366540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A635A92-742A-87EA-7942-CEA121C9D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3D83DF2-B6DA-E37F-8DF8-B60118DF1D7A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Sequence Diagram of “Use the IDE”</a:t>
            </a:r>
          </a:p>
        </p:txBody>
      </p:sp>
      <p:pic>
        <p:nvPicPr>
          <p:cNvPr id="8" name="Picture 7" descr="A diagram of a company&#10;&#10;Description automatically generated">
            <a:extLst>
              <a:ext uri="{FF2B5EF4-FFF2-40B4-BE49-F238E27FC236}">
                <a16:creationId xmlns:a16="http://schemas.microsoft.com/office/drawing/2014/main" id="{9360D10D-81C2-5C14-ED0B-60407686FA0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37" r="29159" b="66741"/>
          <a:stretch/>
        </p:blipFill>
        <p:spPr>
          <a:xfrm>
            <a:off x="2543256" y="1477107"/>
            <a:ext cx="7105488" cy="4934685"/>
          </a:xfrm>
          <a:prstGeom prst="rect">
            <a:avLst/>
          </a:prstGeom>
        </p:spPr>
      </p:pic>
      <p:sp>
        <p:nvSpPr>
          <p:cNvPr id="7" name="Slide Number Placeholder 109">
            <a:extLst>
              <a:ext uri="{FF2B5EF4-FFF2-40B4-BE49-F238E27FC236}">
                <a16:creationId xmlns:a16="http://schemas.microsoft.com/office/drawing/2014/main" id="{BAA55F96-C76A-EF22-7B82-C0693DF97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25</a:t>
            </a:fld>
            <a:endParaRPr lang="fr-FR" b="1" dirty="0">
              <a:latin typeface="Raleway" pitchFamily="2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4C0334-0871-44C5-D713-9251B29000A8}"/>
              </a:ext>
            </a:extLst>
          </p:cNvPr>
          <p:cNvCxnSpPr/>
          <p:nvPr/>
        </p:nvCxnSpPr>
        <p:spPr>
          <a:xfrm flipH="1">
            <a:off x="3032760" y="5158740"/>
            <a:ext cx="1554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5156CD-5998-B18E-7B5D-8A0F60B86715}"/>
              </a:ext>
            </a:extLst>
          </p:cNvPr>
          <p:cNvCxnSpPr/>
          <p:nvPr/>
        </p:nvCxnSpPr>
        <p:spPr>
          <a:xfrm flipH="1">
            <a:off x="3086100" y="6217920"/>
            <a:ext cx="1554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2C5004C1-C27B-8136-E909-35015FF26ED1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10" name="Google Shape;2140;p37">
            <a:extLst>
              <a:ext uri="{FF2B5EF4-FFF2-40B4-BE49-F238E27FC236}">
                <a16:creationId xmlns:a16="http://schemas.microsoft.com/office/drawing/2014/main" id="{0E954D3C-EDD2-D159-5B10-EB369E05619A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25512254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A635A92-742A-87EA-7942-CEA121C9D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pic>
        <p:nvPicPr>
          <p:cNvPr id="8" name="Picture 7" descr="A diagram of a company&#10;&#10;Description automatically generated">
            <a:extLst>
              <a:ext uri="{FF2B5EF4-FFF2-40B4-BE49-F238E27FC236}">
                <a16:creationId xmlns:a16="http://schemas.microsoft.com/office/drawing/2014/main" id="{9360D10D-81C2-5C14-ED0B-60407686FA0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9" t="32855" r="-129" b="33885"/>
          <a:stretch/>
        </p:blipFill>
        <p:spPr>
          <a:xfrm>
            <a:off x="1807399" y="2058017"/>
            <a:ext cx="8577201" cy="4129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B44748-F7DE-0862-658F-4E6D000230A5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Sequence Diagram of “Use the IDE”</a:t>
            </a:r>
          </a:p>
        </p:txBody>
      </p:sp>
      <p:pic>
        <p:nvPicPr>
          <p:cNvPr id="7" name="Picture 6" descr="A diagram of a company&#10;&#10;Description automatically generated">
            <a:extLst>
              <a:ext uri="{FF2B5EF4-FFF2-40B4-BE49-F238E27FC236}">
                <a16:creationId xmlns:a16="http://schemas.microsoft.com/office/drawing/2014/main" id="{9360D10D-81C2-5C14-ED0B-60407686FA0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04" b="95377"/>
          <a:stretch/>
        </p:blipFill>
        <p:spPr>
          <a:xfrm>
            <a:off x="1812052" y="1483925"/>
            <a:ext cx="8572548" cy="574092"/>
          </a:xfrm>
          <a:prstGeom prst="rect">
            <a:avLst/>
          </a:prstGeom>
        </p:spPr>
      </p:pic>
      <p:sp>
        <p:nvSpPr>
          <p:cNvPr id="9" name="Slide Number Placeholder 109">
            <a:extLst>
              <a:ext uri="{FF2B5EF4-FFF2-40B4-BE49-F238E27FC236}">
                <a16:creationId xmlns:a16="http://schemas.microsoft.com/office/drawing/2014/main" id="{DD2BCD66-BBFB-1D89-9F80-88430008B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26</a:t>
            </a:fld>
            <a:endParaRPr lang="fr-FR" b="1" dirty="0">
              <a:latin typeface="Raleway" pitchFamily="2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03FDBB-B183-09F6-FD13-6856B2D37A21}"/>
              </a:ext>
            </a:extLst>
          </p:cNvPr>
          <p:cNvCxnSpPr>
            <a:cxnSpLocks/>
          </p:cNvCxnSpPr>
          <p:nvPr/>
        </p:nvCxnSpPr>
        <p:spPr>
          <a:xfrm flipH="1">
            <a:off x="2240280" y="3086100"/>
            <a:ext cx="134874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68A077-EAD7-B87A-62A7-6250DE7D7069}"/>
              </a:ext>
            </a:extLst>
          </p:cNvPr>
          <p:cNvCxnSpPr>
            <a:cxnSpLocks/>
          </p:cNvCxnSpPr>
          <p:nvPr/>
        </p:nvCxnSpPr>
        <p:spPr>
          <a:xfrm flipH="1">
            <a:off x="2240280" y="3314700"/>
            <a:ext cx="134874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8B434E3-D184-3D99-B076-592BF0F9795A}"/>
              </a:ext>
            </a:extLst>
          </p:cNvPr>
          <p:cNvCxnSpPr>
            <a:cxnSpLocks/>
          </p:cNvCxnSpPr>
          <p:nvPr/>
        </p:nvCxnSpPr>
        <p:spPr>
          <a:xfrm flipH="1">
            <a:off x="2240280" y="5654040"/>
            <a:ext cx="134874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1FB97015-6C29-58E0-150D-F98A3925992A}"/>
              </a:ext>
            </a:extLst>
          </p:cNvPr>
          <p:cNvSpPr/>
          <p:nvPr/>
        </p:nvSpPr>
        <p:spPr>
          <a:xfrm>
            <a:off x="2529840" y="5158740"/>
            <a:ext cx="763429" cy="1523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Google Shape;2140;p37">
            <a:extLst>
              <a:ext uri="{FF2B5EF4-FFF2-40B4-BE49-F238E27FC236}">
                <a16:creationId xmlns:a16="http://schemas.microsoft.com/office/drawing/2014/main" id="{44547F36-BA57-C201-8F2F-469DB07FF0E4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11" name="Google Shape;2140;p37">
            <a:extLst>
              <a:ext uri="{FF2B5EF4-FFF2-40B4-BE49-F238E27FC236}">
                <a16:creationId xmlns:a16="http://schemas.microsoft.com/office/drawing/2014/main" id="{A4FCAB33-7459-1FFB-AB3F-65385B31FC0F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2936036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A635A92-742A-87EA-7942-CEA121C9D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pic>
        <p:nvPicPr>
          <p:cNvPr id="8" name="Picture 7" descr="A diagram of a company&#10;&#10;Description automatically generated">
            <a:extLst>
              <a:ext uri="{FF2B5EF4-FFF2-40B4-BE49-F238E27FC236}">
                <a16:creationId xmlns:a16="http://schemas.microsoft.com/office/drawing/2014/main" id="{9360D10D-81C2-5C14-ED0B-60407686FA0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9" t="62856" r="-129" b="3884"/>
          <a:stretch/>
        </p:blipFill>
        <p:spPr>
          <a:xfrm>
            <a:off x="1807400" y="2170445"/>
            <a:ext cx="8577201" cy="4129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440392D-6FF1-57D9-6158-1FFEABE1D3DC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Sequence Diagram of “Use the IDE”</a:t>
            </a:r>
          </a:p>
        </p:txBody>
      </p:sp>
      <p:pic>
        <p:nvPicPr>
          <p:cNvPr id="6" name="Picture 5" descr="A diagram of a company&#10;&#10;Description automatically generated">
            <a:extLst>
              <a:ext uri="{FF2B5EF4-FFF2-40B4-BE49-F238E27FC236}">
                <a16:creationId xmlns:a16="http://schemas.microsoft.com/office/drawing/2014/main" id="{B616E5DD-2CED-72D3-B794-1FE6D04AD22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04" b="95377"/>
          <a:stretch/>
        </p:blipFill>
        <p:spPr>
          <a:xfrm>
            <a:off x="1807400" y="1596353"/>
            <a:ext cx="8572548" cy="574092"/>
          </a:xfrm>
          <a:prstGeom prst="rect">
            <a:avLst/>
          </a:prstGeom>
        </p:spPr>
      </p:pic>
      <p:sp>
        <p:nvSpPr>
          <p:cNvPr id="9" name="Slide Number Placeholder 109">
            <a:extLst>
              <a:ext uri="{FF2B5EF4-FFF2-40B4-BE49-F238E27FC236}">
                <a16:creationId xmlns:a16="http://schemas.microsoft.com/office/drawing/2014/main" id="{B85DB9D8-390E-CD28-6910-4F9AD0DF8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27</a:t>
            </a:fld>
            <a:endParaRPr lang="fr-FR" b="1" dirty="0">
              <a:latin typeface="Raleway" pitchFamily="2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F21A097-00D1-8808-9DAC-941A38E48198}"/>
              </a:ext>
            </a:extLst>
          </p:cNvPr>
          <p:cNvCxnSpPr>
            <a:cxnSpLocks/>
          </p:cNvCxnSpPr>
          <p:nvPr/>
        </p:nvCxnSpPr>
        <p:spPr>
          <a:xfrm flipH="1">
            <a:off x="2247900" y="3025140"/>
            <a:ext cx="134874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5EA818-213A-CA46-2D3F-49270988774E}"/>
              </a:ext>
            </a:extLst>
          </p:cNvPr>
          <p:cNvCxnSpPr>
            <a:cxnSpLocks/>
          </p:cNvCxnSpPr>
          <p:nvPr/>
        </p:nvCxnSpPr>
        <p:spPr>
          <a:xfrm flipH="1">
            <a:off x="2247900" y="3627120"/>
            <a:ext cx="126682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F40BE5-2363-709D-C48D-ED1591E84BBC}"/>
              </a:ext>
            </a:extLst>
          </p:cNvPr>
          <p:cNvCxnSpPr>
            <a:cxnSpLocks/>
          </p:cNvCxnSpPr>
          <p:nvPr/>
        </p:nvCxnSpPr>
        <p:spPr>
          <a:xfrm flipH="1">
            <a:off x="2247900" y="4838700"/>
            <a:ext cx="126682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EF3F814-16B1-BF28-72BF-4CB1A02B04E1}"/>
              </a:ext>
            </a:extLst>
          </p:cNvPr>
          <p:cNvCxnSpPr>
            <a:cxnSpLocks/>
          </p:cNvCxnSpPr>
          <p:nvPr/>
        </p:nvCxnSpPr>
        <p:spPr>
          <a:xfrm flipH="1">
            <a:off x="2247900" y="6035246"/>
            <a:ext cx="134874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D2507BF-BFBB-28B4-6CE6-50A2CBD0FFA4}"/>
              </a:ext>
            </a:extLst>
          </p:cNvPr>
          <p:cNvSpPr/>
          <p:nvPr/>
        </p:nvSpPr>
        <p:spPr>
          <a:xfrm>
            <a:off x="2405063" y="2283587"/>
            <a:ext cx="944880" cy="1714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Google Shape;2140;p37">
            <a:extLst>
              <a:ext uri="{FF2B5EF4-FFF2-40B4-BE49-F238E27FC236}">
                <a16:creationId xmlns:a16="http://schemas.microsoft.com/office/drawing/2014/main" id="{E0EBDC05-687C-CAC5-CEDF-D7D7A925558D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11" name="Google Shape;2140;p37">
            <a:extLst>
              <a:ext uri="{FF2B5EF4-FFF2-40B4-BE49-F238E27FC236}">
                <a16:creationId xmlns:a16="http://schemas.microsoft.com/office/drawing/2014/main" id="{328C78CA-F2A9-5891-8F80-888EB2375259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2868577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EA552A-3237-BE0B-5407-7C43A5757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957" y="70338"/>
            <a:ext cx="5427069" cy="6787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BE91D2-04AC-999A-B234-E317CCD9FF21}"/>
              </a:ext>
            </a:extLst>
          </p:cNvPr>
          <p:cNvSpPr txBox="1"/>
          <p:nvPr/>
        </p:nvSpPr>
        <p:spPr>
          <a:xfrm>
            <a:off x="-122496" y="3002504"/>
            <a:ext cx="520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Global Class Diagram</a:t>
            </a:r>
          </a:p>
        </p:txBody>
      </p:sp>
      <p:pic>
        <p:nvPicPr>
          <p:cNvPr id="8" name="Picture 7" descr="A black and white text&#10;&#10;Description automatically generated">
            <a:extLst>
              <a:ext uri="{FF2B5EF4-FFF2-40B4-BE49-F238E27FC236}">
                <a16:creationId xmlns:a16="http://schemas.microsoft.com/office/drawing/2014/main" id="{A8055CAF-7035-CF07-3718-553F4B9CD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13" y="6297273"/>
            <a:ext cx="2311316" cy="501798"/>
          </a:xfrm>
          <a:prstGeom prst="rect">
            <a:avLst/>
          </a:prstGeom>
        </p:spPr>
      </p:pic>
      <p:sp>
        <p:nvSpPr>
          <p:cNvPr id="4" name="Slide Number Placeholder 109">
            <a:extLst>
              <a:ext uri="{FF2B5EF4-FFF2-40B4-BE49-F238E27FC236}">
                <a16:creationId xmlns:a16="http://schemas.microsoft.com/office/drawing/2014/main" id="{51543F7B-AC84-B6B5-DA21-D6B4444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28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3" name="Google Shape;2140;p37">
            <a:extLst>
              <a:ext uri="{FF2B5EF4-FFF2-40B4-BE49-F238E27FC236}">
                <a16:creationId xmlns:a16="http://schemas.microsoft.com/office/drawing/2014/main" id="{67088B81-7247-D390-B578-5361A47B84CA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C6917907-2BDA-4894-6650-67EE1269AB75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12696651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EA552A-3237-BE0B-5407-7C43A575798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595"/>
          <a:stretch/>
        </p:blipFill>
        <p:spPr>
          <a:xfrm>
            <a:off x="2473449" y="1366574"/>
            <a:ext cx="7245102" cy="47487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BE91D2-04AC-999A-B234-E317CCD9FF21}"/>
              </a:ext>
            </a:extLst>
          </p:cNvPr>
          <p:cNvSpPr txBox="1"/>
          <p:nvPr/>
        </p:nvSpPr>
        <p:spPr>
          <a:xfrm>
            <a:off x="3493475" y="735170"/>
            <a:ext cx="520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Global Class Diagram</a:t>
            </a:r>
          </a:p>
        </p:txBody>
      </p:sp>
      <p:pic>
        <p:nvPicPr>
          <p:cNvPr id="8" name="Picture 7" descr="A black and white text&#10;&#10;Description automatically generated">
            <a:extLst>
              <a:ext uri="{FF2B5EF4-FFF2-40B4-BE49-F238E27FC236}">
                <a16:creationId xmlns:a16="http://schemas.microsoft.com/office/drawing/2014/main" id="{A8055CAF-7035-CF07-3718-553F4B9CD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0684" y="63633"/>
            <a:ext cx="2311316" cy="501798"/>
          </a:xfrm>
          <a:prstGeom prst="rect">
            <a:avLst/>
          </a:prstGeom>
        </p:spPr>
      </p:pic>
      <p:sp>
        <p:nvSpPr>
          <p:cNvPr id="4" name="Slide Number Placeholder 109">
            <a:extLst>
              <a:ext uri="{FF2B5EF4-FFF2-40B4-BE49-F238E27FC236}">
                <a16:creationId xmlns:a16="http://schemas.microsoft.com/office/drawing/2014/main" id="{9ADB85BC-3F37-74AC-99D1-C1D7FA2DD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29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3" name="Google Shape;2140;p37">
            <a:extLst>
              <a:ext uri="{FF2B5EF4-FFF2-40B4-BE49-F238E27FC236}">
                <a16:creationId xmlns:a16="http://schemas.microsoft.com/office/drawing/2014/main" id="{E1DE7E32-1E53-2313-FF2C-13229CC2C7CE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31B65187-B4D5-297D-D456-6DCF1410E3F7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2800050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EA552A-3237-BE0B-5407-7C43A575798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583" b="687"/>
          <a:stretch/>
        </p:blipFill>
        <p:spPr>
          <a:xfrm>
            <a:off x="2372748" y="1196835"/>
            <a:ext cx="7446504" cy="5562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BE91D2-04AC-999A-B234-E317CCD9FF21}"/>
              </a:ext>
            </a:extLst>
          </p:cNvPr>
          <p:cNvSpPr txBox="1"/>
          <p:nvPr/>
        </p:nvSpPr>
        <p:spPr>
          <a:xfrm>
            <a:off x="3493475" y="735170"/>
            <a:ext cx="520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Global Class Diagram</a:t>
            </a:r>
          </a:p>
        </p:txBody>
      </p:sp>
      <p:pic>
        <p:nvPicPr>
          <p:cNvPr id="8" name="Picture 7" descr="A black and white text&#10;&#10;Description automatically generated">
            <a:extLst>
              <a:ext uri="{FF2B5EF4-FFF2-40B4-BE49-F238E27FC236}">
                <a16:creationId xmlns:a16="http://schemas.microsoft.com/office/drawing/2014/main" id="{A8055CAF-7035-CF07-3718-553F4B9CD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0684" y="63633"/>
            <a:ext cx="2311316" cy="501798"/>
          </a:xfrm>
          <a:prstGeom prst="rect">
            <a:avLst/>
          </a:prstGeom>
        </p:spPr>
      </p:pic>
      <p:sp>
        <p:nvSpPr>
          <p:cNvPr id="4" name="Slide Number Placeholder 109">
            <a:extLst>
              <a:ext uri="{FF2B5EF4-FFF2-40B4-BE49-F238E27FC236}">
                <a16:creationId xmlns:a16="http://schemas.microsoft.com/office/drawing/2014/main" id="{A1F483A8-7AF9-2E3C-8229-8F43FD7EF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30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3" name="Google Shape;2140;p37">
            <a:extLst>
              <a:ext uri="{FF2B5EF4-FFF2-40B4-BE49-F238E27FC236}">
                <a16:creationId xmlns:a16="http://schemas.microsoft.com/office/drawing/2014/main" id="{2CD7E9AE-64F0-DA49-30A1-480C4C97E7AA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9DEE4203-FC5B-351F-11F0-A36E43C5EFE2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1436319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D094AD7-FBFD-986C-B510-13124845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2201C6-C78A-EEF6-F83A-6000BC959FFD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use case “Use the IDE”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249911-916A-F25F-9913-737B8AF2CA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7508" y="1272904"/>
            <a:ext cx="9716341" cy="5521463"/>
          </a:xfrm>
          <a:prstGeom prst="rect">
            <a:avLst/>
          </a:prstGeom>
        </p:spPr>
      </p:pic>
      <p:sp>
        <p:nvSpPr>
          <p:cNvPr id="8" name="Slide Number Placeholder 109">
            <a:extLst>
              <a:ext uri="{FF2B5EF4-FFF2-40B4-BE49-F238E27FC236}">
                <a16:creationId xmlns:a16="http://schemas.microsoft.com/office/drawing/2014/main" id="{933E2363-CBDE-AA1D-6B3B-8F8B4AEB1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31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B59B1FBD-B240-1FAD-16BE-E753E86F334F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7" name="Google Shape;2140;p37">
            <a:extLst>
              <a:ext uri="{FF2B5EF4-FFF2-40B4-BE49-F238E27FC236}">
                <a16:creationId xmlns:a16="http://schemas.microsoft.com/office/drawing/2014/main" id="{25834B56-5D39-5095-FE20-9B1972B7813C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2645731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D094AD7-FBFD-986C-B510-13124845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2201C6-C78A-EEF6-F83A-6000BC959FFD}"/>
              </a:ext>
            </a:extLst>
          </p:cNvPr>
          <p:cNvSpPr txBox="1"/>
          <p:nvPr/>
        </p:nvSpPr>
        <p:spPr>
          <a:xfrm>
            <a:off x="0" y="850059"/>
            <a:ext cx="5898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use case “Use the IDE”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249911-916A-F25F-9913-737B8AF2CA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844" t="11498" r="427" b="223"/>
          <a:stretch/>
        </p:blipFill>
        <p:spPr>
          <a:xfrm>
            <a:off x="2548932" y="1311724"/>
            <a:ext cx="7094136" cy="5414344"/>
          </a:xfrm>
          <a:prstGeom prst="rect">
            <a:avLst/>
          </a:prstGeom>
        </p:spPr>
      </p:pic>
      <p:sp>
        <p:nvSpPr>
          <p:cNvPr id="8" name="Slide Number Placeholder 109">
            <a:extLst>
              <a:ext uri="{FF2B5EF4-FFF2-40B4-BE49-F238E27FC236}">
                <a16:creationId xmlns:a16="http://schemas.microsoft.com/office/drawing/2014/main" id="{5E99D3D0-298E-384B-B7FC-AC9AE289A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32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9F0F3903-3E09-0278-0EB3-6FFD986BB61D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7" name="Google Shape;2140;p37">
            <a:extLst>
              <a:ext uri="{FF2B5EF4-FFF2-40B4-BE49-F238E27FC236}">
                <a16:creationId xmlns:a16="http://schemas.microsoft.com/office/drawing/2014/main" id="{14A6D935-5D55-4513-7B55-C643A5610FB3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27090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D094AD7-FBFD-986C-B510-13124845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2201C6-C78A-EEF6-F83A-6000BC959FFD}"/>
              </a:ext>
            </a:extLst>
          </p:cNvPr>
          <p:cNvSpPr txBox="1"/>
          <p:nvPr/>
        </p:nvSpPr>
        <p:spPr>
          <a:xfrm>
            <a:off x="0" y="850059"/>
            <a:ext cx="5898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use case “Use the IDE”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249911-916A-F25F-9913-737B8AF2CA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844" t="22878" r="24923" b="71224"/>
          <a:stretch/>
        </p:blipFill>
        <p:spPr>
          <a:xfrm>
            <a:off x="1011578" y="2784633"/>
            <a:ext cx="9773608" cy="794440"/>
          </a:xfrm>
          <a:prstGeom prst="rect">
            <a:avLst/>
          </a:prstGeom>
        </p:spPr>
      </p:pic>
      <p:sp>
        <p:nvSpPr>
          <p:cNvPr id="9" name="Slide Number Placeholder 109">
            <a:extLst>
              <a:ext uri="{FF2B5EF4-FFF2-40B4-BE49-F238E27FC236}">
                <a16:creationId xmlns:a16="http://schemas.microsoft.com/office/drawing/2014/main" id="{9BF17846-7B2A-4AF2-DC59-920DE7286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33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9AE9F3F7-AB1C-6E85-C846-4D2E71826B7E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9FFC7072-7A58-C568-BFAF-A6B6486DEE10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3628720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D094AD7-FBFD-986C-B510-13124845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2201C6-C78A-EEF6-F83A-6000BC959FFD}"/>
              </a:ext>
            </a:extLst>
          </p:cNvPr>
          <p:cNvSpPr txBox="1"/>
          <p:nvPr/>
        </p:nvSpPr>
        <p:spPr>
          <a:xfrm>
            <a:off x="0" y="850059"/>
            <a:ext cx="5898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use case “Use the IDE”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249911-916A-F25F-9913-737B8AF2CA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844" t="22878" r="1109" b="18743"/>
          <a:stretch/>
        </p:blipFill>
        <p:spPr>
          <a:xfrm>
            <a:off x="664353" y="1317396"/>
            <a:ext cx="10863294" cy="5540604"/>
          </a:xfrm>
          <a:prstGeom prst="rect">
            <a:avLst/>
          </a:prstGeom>
        </p:spPr>
      </p:pic>
      <p:sp>
        <p:nvSpPr>
          <p:cNvPr id="8" name="Slide Number Placeholder 109">
            <a:extLst>
              <a:ext uri="{FF2B5EF4-FFF2-40B4-BE49-F238E27FC236}">
                <a16:creationId xmlns:a16="http://schemas.microsoft.com/office/drawing/2014/main" id="{8B0288B7-03BA-D100-948D-5DC9DCB1C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34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6B46F993-4D5D-51A9-6389-8CE65F0EE4CB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7" name="Google Shape;2140;p37">
            <a:extLst>
              <a:ext uri="{FF2B5EF4-FFF2-40B4-BE49-F238E27FC236}">
                <a16:creationId xmlns:a16="http://schemas.microsoft.com/office/drawing/2014/main" id="{DAA2323B-C959-124C-B883-E43CE157E2B2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11944978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D094AD7-FBFD-986C-B510-13124845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2201C6-C78A-EEF6-F83A-6000BC959FFD}"/>
              </a:ext>
            </a:extLst>
          </p:cNvPr>
          <p:cNvSpPr txBox="1"/>
          <p:nvPr/>
        </p:nvSpPr>
        <p:spPr>
          <a:xfrm>
            <a:off x="0" y="850059"/>
            <a:ext cx="5898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use case “Use the IDE”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249911-916A-F25F-9913-737B8AF2CA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844" t="61912" r="1109" b="-15209"/>
          <a:stretch/>
        </p:blipFill>
        <p:spPr>
          <a:xfrm>
            <a:off x="664353" y="1799771"/>
            <a:ext cx="10863294" cy="5058229"/>
          </a:xfrm>
          <a:prstGeom prst="rect">
            <a:avLst/>
          </a:prstGeom>
        </p:spPr>
      </p:pic>
      <p:sp>
        <p:nvSpPr>
          <p:cNvPr id="8" name="Slide Number Placeholder 109">
            <a:extLst>
              <a:ext uri="{FF2B5EF4-FFF2-40B4-BE49-F238E27FC236}">
                <a16:creationId xmlns:a16="http://schemas.microsoft.com/office/drawing/2014/main" id="{CDEEC856-AE3B-AA4F-795A-233B7E984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35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BC148FAB-64A9-4662-7F09-E7F3A92F7CD3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7" name="Google Shape;2140;p37">
            <a:extLst>
              <a:ext uri="{FF2B5EF4-FFF2-40B4-BE49-F238E27FC236}">
                <a16:creationId xmlns:a16="http://schemas.microsoft.com/office/drawing/2014/main" id="{491AA092-8389-A6D8-8F6E-BA582927B9E3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36738266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D094AD7-FBFD-986C-B510-13124845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2201C6-C78A-EEF6-F83A-6000BC959FFD}"/>
              </a:ext>
            </a:extLst>
          </p:cNvPr>
          <p:cNvSpPr txBox="1"/>
          <p:nvPr/>
        </p:nvSpPr>
        <p:spPr>
          <a:xfrm>
            <a:off x="0" y="850059"/>
            <a:ext cx="5898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use case “Use the IDE”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249911-916A-F25F-9913-737B8AF2CA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66" t="15985" r="67494" b="4337"/>
          <a:stretch/>
        </p:blipFill>
        <p:spPr>
          <a:xfrm>
            <a:off x="4258291" y="1311724"/>
            <a:ext cx="3675418" cy="5310116"/>
          </a:xfrm>
          <a:prstGeom prst="rect">
            <a:avLst/>
          </a:prstGeom>
        </p:spPr>
      </p:pic>
      <p:sp>
        <p:nvSpPr>
          <p:cNvPr id="8" name="Slide Number Placeholder 109">
            <a:extLst>
              <a:ext uri="{FF2B5EF4-FFF2-40B4-BE49-F238E27FC236}">
                <a16:creationId xmlns:a16="http://schemas.microsoft.com/office/drawing/2014/main" id="{A83D3907-343F-C83F-23EC-EA77FB64B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36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9FAD6BC8-2F12-3DCE-2CE1-034AFBB36A1E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7" name="Google Shape;2140;p37">
            <a:extLst>
              <a:ext uri="{FF2B5EF4-FFF2-40B4-BE49-F238E27FC236}">
                <a16:creationId xmlns:a16="http://schemas.microsoft.com/office/drawing/2014/main" id="{817B78B0-CBD7-2986-A6D2-8AAE69ECBE62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3980041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8D094AD7-FBFD-986C-B510-13124845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2201C6-C78A-EEF6-F83A-6000BC959FFD}"/>
              </a:ext>
            </a:extLst>
          </p:cNvPr>
          <p:cNvSpPr txBox="1"/>
          <p:nvPr/>
        </p:nvSpPr>
        <p:spPr>
          <a:xfrm>
            <a:off x="3146808" y="707745"/>
            <a:ext cx="5898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use case “Use the IDE”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249911-916A-F25F-9913-737B8AF2CA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367" t="4" r="-500" b="-839"/>
          <a:stretch/>
        </p:blipFill>
        <p:spPr>
          <a:xfrm>
            <a:off x="1255485" y="1133804"/>
            <a:ext cx="9964059" cy="5660563"/>
          </a:xfrm>
          <a:prstGeom prst="rect">
            <a:avLst/>
          </a:prstGeom>
        </p:spPr>
      </p:pic>
      <p:sp>
        <p:nvSpPr>
          <p:cNvPr id="8" name="Slide Number Placeholder 109">
            <a:extLst>
              <a:ext uri="{FF2B5EF4-FFF2-40B4-BE49-F238E27FC236}">
                <a16:creationId xmlns:a16="http://schemas.microsoft.com/office/drawing/2014/main" id="{CBF574F9-21B5-4736-946D-D9CF67E40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148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37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972E26CB-0BC3-0773-44F5-01238DE2FB21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7" name="Google Shape;2140;p37">
            <a:extLst>
              <a:ext uri="{FF2B5EF4-FFF2-40B4-BE49-F238E27FC236}">
                <a16:creationId xmlns:a16="http://schemas.microsoft.com/office/drawing/2014/main" id="{6BDA2126-1D0B-BB11-7942-F97C0E71B3D1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28660666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BAF11BFD-7953-1335-A36D-80E2747D9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39D8D6B-7D7B-5ADE-B733-773E4D6577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124" y="1240677"/>
            <a:ext cx="7686622" cy="4376646"/>
          </a:xfrm>
          <a:prstGeom prst="rect">
            <a:avLst/>
          </a:prstGeom>
        </p:spPr>
      </p:pic>
      <p:sp>
        <p:nvSpPr>
          <p:cNvPr id="9" name="Slide Number Placeholder 109">
            <a:extLst>
              <a:ext uri="{FF2B5EF4-FFF2-40B4-BE49-F238E27FC236}">
                <a16:creationId xmlns:a16="http://schemas.microsoft.com/office/drawing/2014/main" id="{5BB13832-244F-3EF5-4E84-D1CCD060F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38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060AA2D4-1142-393F-DA98-F8D829CEF92C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51E55314-DE44-9FB7-F793-597850D7C702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12036269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BAF11BFD-7953-1335-A36D-80E2747D9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39D8D6B-7D7B-5ADE-B733-773E4D6577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8823" t="67932" b="-2119"/>
          <a:stretch/>
        </p:blipFill>
        <p:spPr>
          <a:xfrm>
            <a:off x="404520" y="1444627"/>
            <a:ext cx="4362511" cy="16593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210A8D-7A7E-E990-42A3-D957129EC1A7}"/>
              </a:ext>
            </a:extLst>
          </p:cNvPr>
          <p:cNvSpPr txBox="1"/>
          <p:nvPr/>
        </p:nvSpPr>
        <p:spPr>
          <a:xfrm>
            <a:off x="5601044" y="1910548"/>
            <a:ext cx="4593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Raleway" pitchFamily="2" charset="0"/>
              </a:rPr>
              <a:t>Sprint 4’s use case diagram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8ED3296B-A3B9-3AF7-6E0E-572426A861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455" y="3020577"/>
            <a:ext cx="9189090" cy="3277228"/>
          </a:xfrm>
          <a:prstGeom prst="rect">
            <a:avLst/>
          </a:prstGeom>
        </p:spPr>
      </p:pic>
      <p:sp>
        <p:nvSpPr>
          <p:cNvPr id="10" name="Slide Number Placeholder 109">
            <a:extLst>
              <a:ext uri="{FF2B5EF4-FFF2-40B4-BE49-F238E27FC236}">
                <a16:creationId xmlns:a16="http://schemas.microsoft.com/office/drawing/2014/main" id="{C23FE078-DC57-32CF-FD07-FBC3A735C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39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A312B0F8-D519-07EA-BFCD-407F20CB11AD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0220D9F5-07AA-EB01-1BF2-1BB7DC180AF0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25114765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Description automatically generated">
            <a:extLst>
              <a:ext uri="{FF2B5EF4-FFF2-40B4-BE49-F238E27FC236}">
                <a16:creationId xmlns:a16="http://schemas.microsoft.com/office/drawing/2014/main" id="{BAF11BFD-7953-1335-A36D-80E2747D9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9F3818-63D5-A10E-68D0-8966F7D22B6B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Decisional Requirements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9D8D6B-7D7B-5ADE-B733-773E4D6577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8823" t="67932" b="-2119"/>
          <a:stretch/>
        </p:blipFill>
        <p:spPr>
          <a:xfrm>
            <a:off x="404520" y="1444627"/>
            <a:ext cx="4362511" cy="16593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86A370-526C-4F20-AEA4-A5FAA01BC6D0}"/>
              </a:ext>
            </a:extLst>
          </p:cNvPr>
          <p:cNvSpPr txBox="1"/>
          <p:nvPr/>
        </p:nvSpPr>
        <p:spPr>
          <a:xfrm>
            <a:off x="404520" y="3649527"/>
            <a:ext cx="41827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latin typeface="Raleway" pitchFamily="2" charset="0"/>
              </a:rPr>
              <a:t>Number of candidates invited</a:t>
            </a:r>
          </a:p>
          <a:p>
            <a:endParaRPr lang="en-US" dirty="0">
              <a:latin typeface="Raleway" pitchFamily="2" charset="0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latin typeface="Raleway" pitchFamily="2" charset="0"/>
              </a:rPr>
              <a:t>Number of scheduled interviews</a:t>
            </a:r>
          </a:p>
          <a:p>
            <a:pPr marL="285750" indent="-285750">
              <a:buFontTx/>
              <a:buChar char="-"/>
            </a:pPr>
            <a:endParaRPr lang="en-US" dirty="0">
              <a:latin typeface="Raleway" pitchFamily="2" charset="0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latin typeface="Raleway" pitchFamily="2" charset="0"/>
              </a:rPr>
              <a:t>Number of cancelled interviews</a:t>
            </a:r>
          </a:p>
          <a:p>
            <a:pPr marL="285750" indent="-285750">
              <a:buFontTx/>
              <a:buChar char="-"/>
            </a:pPr>
            <a:endParaRPr lang="en-US" dirty="0">
              <a:latin typeface="Raleway" pitchFamily="2" charset="0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latin typeface="Raleway" pitchFamily="2" charset="0"/>
              </a:rPr>
              <a:t>Number of completed interviews</a:t>
            </a:r>
            <a:endParaRPr lang="fr-FR" dirty="0">
              <a:latin typeface="Raleway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7A7D90-7B01-C52E-83B0-3DEE98814F74}"/>
              </a:ext>
            </a:extLst>
          </p:cNvPr>
          <p:cNvSpPr txBox="1"/>
          <p:nvPr/>
        </p:nvSpPr>
        <p:spPr>
          <a:xfrm>
            <a:off x="5336416" y="1947705"/>
            <a:ext cx="57775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Raleway" pitchFamily="2" charset="0"/>
              </a:rPr>
              <a:t>The decisional requirements for the recruiter</a:t>
            </a:r>
            <a:endParaRPr lang="fr-FR" sz="2000" b="1" dirty="0">
              <a:latin typeface="Raleway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C447C6-2EE5-1031-39B4-D94A58F19D63}"/>
              </a:ext>
            </a:extLst>
          </p:cNvPr>
          <p:cNvSpPr txBox="1"/>
          <p:nvPr/>
        </p:nvSpPr>
        <p:spPr>
          <a:xfrm>
            <a:off x="6515087" y="3516005"/>
            <a:ext cx="418274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 err="1">
                <a:latin typeface="Raleway" pitchFamily="2" charset="0"/>
              </a:rPr>
              <a:t>Number</a:t>
            </a:r>
            <a:r>
              <a:rPr lang="fr-FR" dirty="0">
                <a:latin typeface="Raleway" pitchFamily="2" charset="0"/>
              </a:rPr>
              <a:t> of challenges </a:t>
            </a:r>
            <a:r>
              <a:rPr lang="fr-FR" dirty="0" err="1">
                <a:latin typeface="Raleway" pitchFamily="2" charset="0"/>
              </a:rPr>
              <a:t>submitted</a:t>
            </a:r>
            <a:endParaRPr lang="fr-FR" dirty="0">
              <a:latin typeface="Raleway" pitchFamily="2" charset="0"/>
            </a:endParaRPr>
          </a:p>
          <a:p>
            <a:pPr marL="285750" indent="-285750">
              <a:buFontTx/>
              <a:buChar char="-"/>
            </a:pPr>
            <a:endParaRPr lang="fr-FR" dirty="0">
              <a:latin typeface="Raleway" pitchFamily="2" charset="0"/>
            </a:endParaRPr>
          </a:p>
          <a:p>
            <a:pPr marL="285750" indent="-285750">
              <a:buFontTx/>
              <a:buChar char="-"/>
            </a:pPr>
            <a:r>
              <a:rPr lang="fr-FR" dirty="0" err="1">
                <a:latin typeface="Raleway" pitchFamily="2" charset="0"/>
              </a:rPr>
              <a:t>Number</a:t>
            </a:r>
            <a:r>
              <a:rPr lang="fr-FR" dirty="0">
                <a:latin typeface="Raleway" pitchFamily="2" charset="0"/>
              </a:rPr>
              <a:t> of </a:t>
            </a:r>
            <a:r>
              <a:rPr lang="fr-FR" dirty="0" err="1">
                <a:latin typeface="Raleway" pitchFamily="2" charset="0"/>
              </a:rPr>
              <a:t>accepted</a:t>
            </a:r>
            <a:r>
              <a:rPr lang="fr-FR" dirty="0">
                <a:latin typeface="Raleway" pitchFamily="2" charset="0"/>
              </a:rPr>
              <a:t> test cases</a:t>
            </a:r>
          </a:p>
          <a:p>
            <a:pPr marL="285750" indent="-285750">
              <a:buFontTx/>
              <a:buChar char="-"/>
            </a:pPr>
            <a:endParaRPr lang="fr-FR" dirty="0">
              <a:latin typeface="Raleway" pitchFamily="2" charset="0"/>
            </a:endParaRPr>
          </a:p>
          <a:p>
            <a:pPr marL="285750" indent="-285750">
              <a:buFontTx/>
              <a:buChar char="-"/>
            </a:pPr>
            <a:r>
              <a:rPr lang="fr-FR" dirty="0" err="1">
                <a:latin typeface="Raleway" pitchFamily="2" charset="0"/>
              </a:rPr>
              <a:t>Average</a:t>
            </a:r>
            <a:r>
              <a:rPr lang="fr-FR" dirty="0">
                <a:latin typeface="Raleway" pitchFamily="2" charset="0"/>
              </a:rPr>
              <a:t> Memory</a:t>
            </a:r>
          </a:p>
          <a:p>
            <a:pPr marL="285750" indent="-285750">
              <a:buFontTx/>
              <a:buChar char="-"/>
            </a:pPr>
            <a:endParaRPr lang="fr-FR" dirty="0">
              <a:latin typeface="Raleway" pitchFamily="2" charset="0"/>
            </a:endParaRPr>
          </a:p>
          <a:p>
            <a:pPr marL="285750" indent="-285750">
              <a:buFontTx/>
              <a:buChar char="-"/>
            </a:pPr>
            <a:r>
              <a:rPr lang="fr-FR" dirty="0" err="1">
                <a:latin typeface="Raleway" pitchFamily="2" charset="0"/>
              </a:rPr>
              <a:t>Average</a:t>
            </a:r>
            <a:r>
              <a:rPr lang="fr-FR" dirty="0">
                <a:latin typeface="Raleway" pitchFamily="2" charset="0"/>
              </a:rPr>
              <a:t> </a:t>
            </a:r>
            <a:r>
              <a:rPr lang="fr-FR" dirty="0" err="1">
                <a:latin typeface="Raleway" pitchFamily="2" charset="0"/>
              </a:rPr>
              <a:t>execution</a:t>
            </a:r>
            <a:r>
              <a:rPr lang="fr-FR" dirty="0">
                <a:latin typeface="Raleway" pitchFamily="2" charset="0"/>
              </a:rPr>
              <a:t> time</a:t>
            </a:r>
          </a:p>
          <a:p>
            <a:pPr marL="285750" indent="-285750">
              <a:buFontTx/>
              <a:buChar char="-"/>
            </a:pPr>
            <a:endParaRPr lang="fr-FR" dirty="0">
              <a:latin typeface="Raleway" pitchFamily="2" charset="0"/>
            </a:endParaRPr>
          </a:p>
          <a:p>
            <a:pPr marL="285750" indent="-285750">
              <a:buFontTx/>
              <a:buChar char="-"/>
            </a:pPr>
            <a:r>
              <a:rPr lang="fr-FR" dirty="0" err="1">
                <a:latin typeface="Raleway" pitchFamily="2" charset="0"/>
              </a:rPr>
              <a:t>Average</a:t>
            </a:r>
            <a:r>
              <a:rPr lang="fr-FR" dirty="0">
                <a:latin typeface="Raleway" pitchFamily="2" charset="0"/>
              </a:rPr>
              <a:t> Challenge Time</a:t>
            </a:r>
          </a:p>
        </p:txBody>
      </p:sp>
      <p:sp>
        <p:nvSpPr>
          <p:cNvPr id="12" name="Slide Number Placeholder 109">
            <a:extLst>
              <a:ext uri="{FF2B5EF4-FFF2-40B4-BE49-F238E27FC236}">
                <a16:creationId xmlns:a16="http://schemas.microsoft.com/office/drawing/2014/main" id="{FBDE3C69-CAA3-39CD-06EC-3FDCD392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40</a:t>
            </a:fld>
            <a:endParaRPr lang="fr-FR" b="1" dirty="0">
              <a:latin typeface="Raleway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5694C8-0D9F-3E07-075A-CC9777704C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5764" y="3614443"/>
            <a:ext cx="453659" cy="4536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E7C299B-69D2-EA03-0E71-69AABD0F79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2504" y="4157716"/>
            <a:ext cx="485723" cy="4857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FB6F342-0ACC-C703-BB5A-DF894B09E9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9666" y="4714753"/>
            <a:ext cx="419514" cy="41951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6031CDE-1E0A-BD31-FCC5-51F3941A7B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1562" y="5256946"/>
            <a:ext cx="431412" cy="43141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D0263C4-7D09-4DC1-5FFD-DF4FF819BF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0926" y="3473273"/>
            <a:ext cx="581025" cy="48620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D9BEF7-0245-C28A-3072-B3A9B9F80E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2651" y="4575163"/>
            <a:ext cx="467006" cy="46700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0861BC1-7C6A-BC38-1B99-0CE49224396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08351" y="5134735"/>
            <a:ext cx="442134" cy="44213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27A1DE0-F5CC-99BD-D4D4-83D5AFF138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10914" y="5665034"/>
            <a:ext cx="442134" cy="44213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39C8B6A-257E-8A90-F4F2-D0CE4BE05929}"/>
              </a:ext>
            </a:extLst>
          </p:cNvPr>
          <p:cNvSpPr txBox="1"/>
          <p:nvPr/>
        </p:nvSpPr>
        <p:spPr>
          <a:xfrm>
            <a:off x="1390735" y="3244334"/>
            <a:ext cx="2485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Raleway" pitchFamily="2" charset="0"/>
              </a:rPr>
              <a:t>Overall Statistics:</a:t>
            </a:r>
            <a:endParaRPr lang="fr-FR" b="1" dirty="0">
              <a:latin typeface="Raleway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DBCF27-A4A0-2090-2287-6FE2631773CA}"/>
              </a:ext>
            </a:extLst>
          </p:cNvPr>
          <p:cNvSpPr txBox="1"/>
          <p:nvPr/>
        </p:nvSpPr>
        <p:spPr>
          <a:xfrm>
            <a:off x="7272234" y="3103941"/>
            <a:ext cx="2923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Raleway" pitchFamily="2" charset="0"/>
              </a:rPr>
              <a:t>Post Interview Statistics: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F957522-1182-202F-2BC7-B567A4E534B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87823" y="3989984"/>
            <a:ext cx="486206" cy="486206"/>
          </a:xfrm>
          <a:prstGeom prst="rect">
            <a:avLst/>
          </a:prstGeom>
        </p:spPr>
      </p:pic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3A62BCF7-0982-6D7B-60B4-59E763444233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8" name="Google Shape;2140;p37">
            <a:extLst>
              <a:ext uri="{FF2B5EF4-FFF2-40B4-BE49-F238E27FC236}">
                <a16:creationId xmlns:a16="http://schemas.microsoft.com/office/drawing/2014/main" id="{A5668F66-FE27-4FC1-2D3A-6B52D5400F48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9077436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text&#10;&#10;Description automatically generated">
            <a:extLst>
              <a:ext uri="{FF2B5EF4-FFF2-40B4-BE49-F238E27FC236}">
                <a16:creationId xmlns:a16="http://schemas.microsoft.com/office/drawing/2014/main" id="{5DC44297-68D0-4EC1-7B8F-1A070B448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248131-6E5A-D080-3AA2-EAAE823369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08" r="6853" b="62344"/>
          <a:stretch/>
        </p:blipFill>
        <p:spPr>
          <a:xfrm>
            <a:off x="950075" y="1596352"/>
            <a:ext cx="10291850" cy="35986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78A7BC-2539-A495-B1D6-A8155A1C5510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dashboard</a:t>
            </a:r>
          </a:p>
        </p:txBody>
      </p:sp>
      <p:sp>
        <p:nvSpPr>
          <p:cNvPr id="10" name="Slide Number Placeholder 109">
            <a:extLst>
              <a:ext uri="{FF2B5EF4-FFF2-40B4-BE49-F238E27FC236}">
                <a16:creationId xmlns:a16="http://schemas.microsoft.com/office/drawing/2014/main" id="{8EBAE955-6738-5B46-22E8-3420A9228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41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FA192B54-AFD2-38D4-4DF5-E55092AA8BB7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6" name="Google Shape;2140;p37">
            <a:extLst>
              <a:ext uri="{FF2B5EF4-FFF2-40B4-BE49-F238E27FC236}">
                <a16:creationId xmlns:a16="http://schemas.microsoft.com/office/drawing/2014/main" id="{7920B961-FA4B-9145-60AF-6A8BAB9678D3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14800405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text&#10;&#10;Description automatically generated">
            <a:extLst>
              <a:ext uri="{FF2B5EF4-FFF2-40B4-BE49-F238E27FC236}">
                <a16:creationId xmlns:a16="http://schemas.microsoft.com/office/drawing/2014/main" id="{5DC44297-68D0-4EC1-7B8F-1A070B448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11D911-EE37-F7FA-E0E3-54D92BD7FC17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dashboard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248131-6E5A-D080-3AA2-EAAE823369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26" t="37116" r="6835" b="25228"/>
          <a:stretch/>
        </p:blipFill>
        <p:spPr>
          <a:xfrm>
            <a:off x="950075" y="1596352"/>
            <a:ext cx="10291850" cy="3598646"/>
          </a:xfrm>
          <a:prstGeom prst="rect">
            <a:avLst/>
          </a:prstGeom>
        </p:spPr>
      </p:pic>
      <p:sp>
        <p:nvSpPr>
          <p:cNvPr id="9" name="Slide Number Placeholder 109">
            <a:extLst>
              <a:ext uri="{FF2B5EF4-FFF2-40B4-BE49-F238E27FC236}">
                <a16:creationId xmlns:a16="http://schemas.microsoft.com/office/drawing/2014/main" id="{8BC79B7B-E9BA-FA98-7864-AC267F894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42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01B6B39C-F112-8EB1-BC97-59A57DB78B7B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CCA40C46-469D-D302-7F0F-97C4E1527803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36534743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text&#10;&#10;Description automatically generated">
            <a:extLst>
              <a:ext uri="{FF2B5EF4-FFF2-40B4-BE49-F238E27FC236}">
                <a16:creationId xmlns:a16="http://schemas.microsoft.com/office/drawing/2014/main" id="{5DC44297-68D0-4EC1-7B8F-1A070B448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11D911-EE37-F7FA-E0E3-54D92BD7FC17}"/>
              </a:ext>
            </a:extLst>
          </p:cNvPr>
          <p:cNvSpPr txBox="1"/>
          <p:nvPr/>
        </p:nvSpPr>
        <p:spPr>
          <a:xfrm>
            <a:off x="0" y="850059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dashboard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248131-6E5A-D080-3AA2-EAAE823369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26" t="60787" r="6835" b="1557"/>
          <a:stretch/>
        </p:blipFill>
        <p:spPr>
          <a:xfrm>
            <a:off x="950075" y="1596352"/>
            <a:ext cx="10291850" cy="3598646"/>
          </a:xfrm>
          <a:prstGeom prst="rect">
            <a:avLst/>
          </a:prstGeom>
        </p:spPr>
      </p:pic>
      <p:sp>
        <p:nvSpPr>
          <p:cNvPr id="9" name="Slide Number Placeholder 109">
            <a:extLst>
              <a:ext uri="{FF2B5EF4-FFF2-40B4-BE49-F238E27FC236}">
                <a16:creationId xmlns:a16="http://schemas.microsoft.com/office/drawing/2014/main" id="{92F6BCA8-D7B5-FC15-DB40-F3DFC1DEC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43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A82DAEBC-05B6-F852-5F0F-068F5699D45A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CB70261D-0A53-30AB-BBC7-259E7497A476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1491262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77EB1E-3C37-2C9C-1DB9-2EC861D6683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96" b="68625"/>
          <a:stretch/>
        </p:blipFill>
        <p:spPr>
          <a:xfrm>
            <a:off x="497142" y="2375211"/>
            <a:ext cx="11197716" cy="1812049"/>
          </a:xfrm>
          <a:prstGeom prst="rect">
            <a:avLst/>
          </a:prstGeom>
        </p:spPr>
      </p:pic>
      <p:pic>
        <p:nvPicPr>
          <p:cNvPr id="5" name="Picture 4" descr="A black and white text&#10;&#10;Description automatically generated">
            <a:extLst>
              <a:ext uri="{FF2B5EF4-FFF2-40B4-BE49-F238E27FC236}">
                <a16:creationId xmlns:a16="http://schemas.microsoft.com/office/drawing/2014/main" id="{DE179C85-B517-8CEA-E8D4-A428E4DBC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42CBDC-92D9-F6D5-E1E4-1E95C21A31F2}"/>
              </a:ext>
            </a:extLst>
          </p:cNvPr>
          <p:cNvSpPr txBox="1"/>
          <p:nvPr/>
        </p:nvSpPr>
        <p:spPr>
          <a:xfrm>
            <a:off x="0" y="707745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dashboard</a:t>
            </a:r>
          </a:p>
        </p:txBody>
      </p:sp>
      <p:sp>
        <p:nvSpPr>
          <p:cNvPr id="9" name="Slide Number Placeholder 109">
            <a:extLst>
              <a:ext uri="{FF2B5EF4-FFF2-40B4-BE49-F238E27FC236}">
                <a16:creationId xmlns:a16="http://schemas.microsoft.com/office/drawing/2014/main" id="{4CA6791E-3E10-781C-377C-893150D40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44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91B23E7C-0BC9-02C3-086C-8A0C75BEDA77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7" name="Google Shape;2140;p37">
            <a:extLst>
              <a:ext uri="{FF2B5EF4-FFF2-40B4-BE49-F238E27FC236}">
                <a16:creationId xmlns:a16="http://schemas.microsoft.com/office/drawing/2014/main" id="{1B8E902F-9D16-BEC2-7C19-412238614C52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1439257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77EB1E-3C37-2C9C-1DB9-2EC861D6683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96" b="22382"/>
          <a:stretch/>
        </p:blipFill>
        <p:spPr>
          <a:xfrm>
            <a:off x="497142" y="1581391"/>
            <a:ext cx="11197716" cy="4482789"/>
          </a:xfrm>
          <a:prstGeom prst="rect">
            <a:avLst/>
          </a:prstGeom>
        </p:spPr>
      </p:pic>
      <p:pic>
        <p:nvPicPr>
          <p:cNvPr id="5" name="Picture 4" descr="A black and white text&#10;&#10;Description automatically generated">
            <a:extLst>
              <a:ext uri="{FF2B5EF4-FFF2-40B4-BE49-F238E27FC236}">
                <a16:creationId xmlns:a16="http://schemas.microsoft.com/office/drawing/2014/main" id="{DE179C85-B517-8CEA-E8D4-A428E4DBC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8191" y="63633"/>
            <a:ext cx="2311316" cy="501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42CBDC-92D9-F6D5-E1E4-1E95C21A31F2}"/>
              </a:ext>
            </a:extLst>
          </p:cNvPr>
          <p:cNvSpPr txBox="1"/>
          <p:nvPr/>
        </p:nvSpPr>
        <p:spPr>
          <a:xfrm>
            <a:off x="0" y="707745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Interface of the dashboard</a:t>
            </a:r>
          </a:p>
        </p:txBody>
      </p:sp>
      <p:sp>
        <p:nvSpPr>
          <p:cNvPr id="9" name="Slide Number Placeholder 109">
            <a:extLst>
              <a:ext uri="{FF2B5EF4-FFF2-40B4-BE49-F238E27FC236}">
                <a16:creationId xmlns:a16="http://schemas.microsoft.com/office/drawing/2014/main" id="{451529CF-5094-2B35-A20B-3B7228781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45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DD6A8978-C65F-7E01-6E28-C588DEAF298A}"/>
              </a:ext>
            </a:extLst>
          </p:cNvPr>
          <p:cNvSpPr txBox="1">
            <a:spLocks/>
          </p:cNvSpPr>
          <p:nvPr/>
        </p:nvSpPr>
        <p:spPr>
          <a:xfrm>
            <a:off x="367642" y="0"/>
            <a:ext cx="351472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Design and Implementation</a:t>
            </a:r>
          </a:p>
        </p:txBody>
      </p:sp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7D70F4F4-B902-8684-1899-C2BEE977FE0C}"/>
              </a:ext>
            </a:extLst>
          </p:cNvPr>
          <p:cNvSpPr txBox="1">
            <a:spLocks/>
          </p:cNvSpPr>
          <p:nvPr/>
        </p:nvSpPr>
        <p:spPr>
          <a:xfrm>
            <a:off x="117270" y="0"/>
            <a:ext cx="500743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4.</a:t>
            </a:r>
          </a:p>
        </p:txBody>
      </p:sp>
    </p:spTree>
    <p:extLst>
      <p:ext uri="{BB962C8B-B14F-4D97-AF65-F5344CB8AC3E}">
        <p14:creationId xmlns:p14="http://schemas.microsoft.com/office/powerpoint/2010/main" val="4043372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AEC2BA06-75C2-1397-4C3D-4B680BFD4755}"/>
              </a:ext>
            </a:extLst>
          </p:cNvPr>
          <p:cNvSpPr txBox="1">
            <a:spLocks/>
          </p:cNvSpPr>
          <p:nvPr/>
        </p:nvSpPr>
        <p:spPr>
          <a:xfrm>
            <a:off x="3305121" y="2060951"/>
            <a:ext cx="534287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General Project Framework</a:t>
            </a:r>
          </a:p>
        </p:txBody>
      </p:sp>
      <p:sp>
        <p:nvSpPr>
          <p:cNvPr id="5" name="Google Shape;2140;p37">
            <a:extLst>
              <a:ext uri="{FF2B5EF4-FFF2-40B4-BE49-F238E27FC236}">
                <a16:creationId xmlns:a16="http://schemas.microsoft.com/office/drawing/2014/main" id="{1C4C24F4-9185-332B-1BF8-AD6CEBDCCF1E}"/>
              </a:ext>
            </a:extLst>
          </p:cNvPr>
          <p:cNvSpPr txBox="1">
            <a:spLocks/>
          </p:cNvSpPr>
          <p:nvPr/>
        </p:nvSpPr>
        <p:spPr>
          <a:xfrm>
            <a:off x="3576886" y="3032211"/>
            <a:ext cx="7107486" cy="722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>
              <a:lnSpc>
                <a:spcPct val="115000"/>
              </a:lnSpc>
            </a:pPr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Analysis and Specification of Requirements</a:t>
            </a:r>
            <a:endParaRPr lang="fr-FR" sz="2400" b="1" dirty="0">
              <a:solidFill>
                <a:schemeClr val="bg1">
                  <a:lumMod val="50000"/>
                </a:schemeClr>
              </a:solidFill>
              <a:latin typeface="Raleway" pitchFamily="2" charset="0"/>
            </a:endParaRPr>
          </a:p>
        </p:txBody>
      </p:sp>
      <p:sp>
        <p:nvSpPr>
          <p:cNvPr id="9" name="Google Shape;2140;p37">
            <a:extLst>
              <a:ext uri="{FF2B5EF4-FFF2-40B4-BE49-F238E27FC236}">
                <a16:creationId xmlns:a16="http://schemas.microsoft.com/office/drawing/2014/main" id="{77299AB6-0AEB-73AB-6D55-C9C7637391DC}"/>
              </a:ext>
            </a:extLst>
          </p:cNvPr>
          <p:cNvSpPr txBox="1">
            <a:spLocks/>
          </p:cNvSpPr>
          <p:nvPr/>
        </p:nvSpPr>
        <p:spPr>
          <a:xfrm>
            <a:off x="3886786" y="4861091"/>
            <a:ext cx="4404652" cy="46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>
              <a:lnSpc>
                <a:spcPct val="115000"/>
              </a:lnSpc>
            </a:pPr>
            <a:r>
              <a:rPr lang="fr-FR" sz="2400" b="1" dirty="0">
                <a:solidFill>
                  <a:schemeClr val="tx1"/>
                </a:solidFill>
                <a:latin typeface="Raleway" pitchFamily="2" charset="0"/>
              </a:rPr>
              <a:t>Conclusion and Perspectives</a:t>
            </a:r>
          </a:p>
        </p:txBody>
      </p:sp>
      <p:grpSp>
        <p:nvGrpSpPr>
          <p:cNvPr id="18" name="Google Shape;2106;p37">
            <a:extLst>
              <a:ext uri="{FF2B5EF4-FFF2-40B4-BE49-F238E27FC236}">
                <a16:creationId xmlns:a16="http://schemas.microsoft.com/office/drawing/2014/main" id="{193C9E3D-AAD8-545F-C9AB-B625BCF55C0C}"/>
              </a:ext>
            </a:extLst>
          </p:cNvPr>
          <p:cNvGrpSpPr/>
          <p:nvPr/>
        </p:nvGrpSpPr>
        <p:grpSpPr>
          <a:xfrm>
            <a:off x="2754809" y="2006994"/>
            <a:ext cx="635100" cy="734640"/>
            <a:chOff x="731647" y="573573"/>
            <a:chExt cx="635100" cy="734640"/>
          </a:xfrm>
        </p:grpSpPr>
        <p:sp>
          <p:nvSpPr>
            <p:cNvPr id="24" name="Google Shape;2108;p37">
              <a:extLst>
                <a:ext uri="{FF2B5EF4-FFF2-40B4-BE49-F238E27FC236}">
                  <a16:creationId xmlns:a16="http://schemas.microsoft.com/office/drawing/2014/main" id="{A6C1E2AA-B982-0127-657D-B42D7938273D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" name="Google Shape;2110;p37">
              <a:extLst>
                <a:ext uri="{FF2B5EF4-FFF2-40B4-BE49-F238E27FC236}">
                  <a16:creationId xmlns:a16="http://schemas.microsoft.com/office/drawing/2014/main" id="{18BEF5CE-5F85-A820-0120-1BCBC34E81EB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21" name="Google Shape;2111;p37">
                <a:extLst>
                  <a:ext uri="{FF2B5EF4-FFF2-40B4-BE49-F238E27FC236}">
                    <a16:creationId xmlns:a16="http://schemas.microsoft.com/office/drawing/2014/main" id="{86F46C6F-C76C-3BE0-0E08-F87EA4870E90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2" name="Google Shape;2112;p37">
                <a:extLst>
                  <a:ext uri="{FF2B5EF4-FFF2-40B4-BE49-F238E27FC236}">
                    <a16:creationId xmlns:a16="http://schemas.microsoft.com/office/drawing/2014/main" id="{4DEA07B3-7270-6960-629B-CD6D762A8825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3" name="Google Shape;2113;p37">
                <a:extLst>
                  <a:ext uri="{FF2B5EF4-FFF2-40B4-BE49-F238E27FC236}">
                    <a16:creationId xmlns:a16="http://schemas.microsoft.com/office/drawing/2014/main" id="{18C125CF-EE7D-E564-B384-818D09A49998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B40344CA-EC5E-B284-90BD-9C1465227DAE}"/>
              </a:ext>
            </a:extLst>
          </p:cNvPr>
          <p:cNvSpPr txBox="1"/>
          <p:nvPr/>
        </p:nvSpPr>
        <p:spPr>
          <a:xfrm>
            <a:off x="3424561" y="224543"/>
            <a:ext cx="5342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Raleway" pitchFamily="2" charset="0"/>
              </a:rPr>
              <a:t>Table of Content</a:t>
            </a:r>
            <a:endParaRPr lang="fr-FR" sz="3600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4A6B5DE1-4EC0-905F-7751-1888244355F7}"/>
              </a:ext>
            </a:extLst>
          </p:cNvPr>
          <p:cNvSpPr txBox="1">
            <a:spLocks/>
          </p:cNvSpPr>
          <p:nvPr/>
        </p:nvSpPr>
        <p:spPr>
          <a:xfrm>
            <a:off x="3886786" y="1159945"/>
            <a:ext cx="5342878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Introduction</a:t>
            </a:r>
          </a:p>
        </p:txBody>
      </p:sp>
      <p:grpSp>
        <p:nvGrpSpPr>
          <p:cNvPr id="3" name="Google Shape;2106;p37">
            <a:extLst>
              <a:ext uri="{FF2B5EF4-FFF2-40B4-BE49-F238E27FC236}">
                <a16:creationId xmlns:a16="http://schemas.microsoft.com/office/drawing/2014/main" id="{F22D43CD-1E97-9643-CD2D-B5CA96E7320D}"/>
              </a:ext>
            </a:extLst>
          </p:cNvPr>
          <p:cNvGrpSpPr/>
          <p:nvPr/>
        </p:nvGrpSpPr>
        <p:grpSpPr>
          <a:xfrm>
            <a:off x="2754809" y="1093656"/>
            <a:ext cx="635100" cy="734640"/>
            <a:chOff x="731647" y="573573"/>
            <a:chExt cx="635100" cy="734640"/>
          </a:xfrm>
        </p:grpSpPr>
        <p:sp>
          <p:nvSpPr>
            <p:cNvPr id="38" name="Google Shape;2108;p37">
              <a:extLst>
                <a:ext uri="{FF2B5EF4-FFF2-40B4-BE49-F238E27FC236}">
                  <a16:creationId xmlns:a16="http://schemas.microsoft.com/office/drawing/2014/main" id="{5F91CD75-EA4F-F293-22EE-802097528C44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" name="Google Shape;2110;p37">
              <a:extLst>
                <a:ext uri="{FF2B5EF4-FFF2-40B4-BE49-F238E27FC236}">
                  <a16:creationId xmlns:a16="http://schemas.microsoft.com/office/drawing/2014/main" id="{075A2C74-ACC2-3390-72C3-384E200FED54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35" name="Google Shape;2111;p37">
                <a:extLst>
                  <a:ext uri="{FF2B5EF4-FFF2-40B4-BE49-F238E27FC236}">
                    <a16:creationId xmlns:a16="http://schemas.microsoft.com/office/drawing/2014/main" id="{AC2AEAC0-D95F-4469-2861-E7771EB9DD6B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36" name="Google Shape;2112;p37">
                <a:extLst>
                  <a:ext uri="{FF2B5EF4-FFF2-40B4-BE49-F238E27FC236}">
                    <a16:creationId xmlns:a16="http://schemas.microsoft.com/office/drawing/2014/main" id="{C9E3ECDA-7D77-C039-9259-B6FADE125DDD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37" name="Google Shape;2113;p37">
                <a:extLst>
                  <a:ext uri="{FF2B5EF4-FFF2-40B4-BE49-F238E27FC236}">
                    <a16:creationId xmlns:a16="http://schemas.microsoft.com/office/drawing/2014/main" id="{A9417E5A-AFF6-9A7C-3EE5-78CB5B38F3EC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59" name="Google Shape;2109;p37">
            <a:extLst>
              <a:ext uri="{FF2B5EF4-FFF2-40B4-BE49-F238E27FC236}">
                <a16:creationId xmlns:a16="http://schemas.microsoft.com/office/drawing/2014/main" id="{B1FCBDF7-1333-4B8A-EDA4-262C79D7049F}"/>
              </a:ext>
            </a:extLst>
          </p:cNvPr>
          <p:cNvSpPr/>
          <p:nvPr/>
        </p:nvSpPr>
        <p:spPr>
          <a:xfrm>
            <a:off x="2839521" y="1178381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62" name="Google Shape;2109;p37">
            <a:extLst>
              <a:ext uri="{FF2B5EF4-FFF2-40B4-BE49-F238E27FC236}">
                <a16:creationId xmlns:a16="http://schemas.microsoft.com/office/drawing/2014/main" id="{589487BF-CA8E-1CD8-5505-BEE3E2BA0F14}"/>
              </a:ext>
            </a:extLst>
          </p:cNvPr>
          <p:cNvSpPr/>
          <p:nvPr/>
        </p:nvSpPr>
        <p:spPr>
          <a:xfrm>
            <a:off x="2840729" y="2105090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66" name="Google Shape;2140;p37">
            <a:extLst>
              <a:ext uri="{FF2B5EF4-FFF2-40B4-BE49-F238E27FC236}">
                <a16:creationId xmlns:a16="http://schemas.microsoft.com/office/drawing/2014/main" id="{727B5827-E9AC-19CC-A0AD-3CF893D2C026}"/>
              </a:ext>
            </a:extLst>
          </p:cNvPr>
          <p:cNvSpPr txBox="1">
            <a:spLocks/>
          </p:cNvSpPr>
          <p:nvPr/>
        </p:nvSpPr>
        <p:spPr>
          <a:xfrm>
            <a:off x="2708670" y="3862176"/>
            <a:ext cx="6535779" cy="722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>
              <a:lnSpc>
                <a:spcPct val="115000"/>
              </a:lnSpc>
            </a:pPr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Raleway" pitchFamily="2" charset="0"/>
              </a:rPr>
              <a:t>Design and implementation</a:t>
            </a:r>
            <a:endParaRPr lang="fr-FR" sz="2400" b="1" dirty="0">
              <a:solidFill>
                <a:schemeClr val="bg1">
                  <a:lumMod val="50000"/>
                </a:schemeClr>
              </a:solidFill>
              <a:latin typeface="Raleway" pitchFamily="2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5F1F29-4032-8236-C094-FDC7381DD9F6}"/>
              </a:ext>
            </a:extLst>
          </p:cNvPr>
          <p:cNvSpPr txBox="1"/>
          <p:nvPr/>
        </p:nvSpPr>
        <p:spPr>
          <a:xfrm>
            <a:off x="2916669" y="1189042"/>
            <a:ext cx="3113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1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E0EA4DE-1BDF-873B-596A-ECE205F1305B}"/>
              </a:ext>
            </a:extLst>
          </p:cNvPr>
          <p:cNvSpPr txBox="1"/>
          <p:nvPr/>
        </p:nvSpPr>
        <p:spPr>
          <a:xfrm>
            <a:off x="2916669" y="2104330"/>
            <a:ext cx="32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2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grpSp>
        <p:nvGrpSpPr>
          <p:cNvPr id="76" name="Google Shape;2106;p37">
            <a:extLst>
              <a:ext uri="{FF2B5EF4-FFF2-40B4-BE49-F238E27FC236}">
                <a16:creationId xmlns:a16="http://schemas.microsoft.com/office/drawing/2014/main" id="{216F298D-B447-D2C1-07DC-3B9CE3364D78}"/>
              </a:ext>
            </a:extLst>
          </p:cNvPr>
          <p:cNvGrpSpPr/>
          <p:nvPr/>
        </p:nvGrpSpPr>
        <p:grpSpPr>
          <a:xfrm>
            <a:off x="2754809" y="3938517"/>
            <a:ext cx="635100" cy="734640"/>
            <a:chOff x="731647" y="573573"/>
            <a:chExt cx="635100" cy="734640"/>
          </a:xfrm>
        </p:grpSpPr>
        <p:sp>
          <p:nvSpPr>
            <p:cNvPr id="77" name="Google Shape;2108;p37">
              <a:extLst>
                <a:ext uri="{FF2B5EF4-FFF2-40B4-BE49-F238E27FC236}">
                  <a16:creationId xmlns:a16="http://schemas.microsoft.com/office/drawing/2014/main" id="{869C41D4-0A3E-0EB4-69B3-B7E7FAB06925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" name="Google Shape;2110;p37">
              <a:extLst>
                <a:ext uri="{FF2B5EF4-FFF2-40B4-BE49-F238E27FC236}">
                  <a16:creationId xmlns:a16="http://schemas.microsoft.com/office/drawing/2014/main" id="{8D49C147-9146-A305-B545-3834306A4B3A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79" name="Google Shape;2111;p37">
                <a:extLst>
                  <a:ext uri="{FF2B5EF4-FFF2-40B4-BE49-F238E27FC236}">
                    <a16:creationId xmlns:a16="http://schemas.microsoft.com/office/drawing/2014/main" id="{6ACC015F-C750-A54F-0A03-B0D99ED70647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0" name="Google Shape;2112;p37">
                <a:extLst>
                  <a:ext uri="{FF2B5EF4-FFF2-40B4-BE49-F238E27FC236}">
                    <a16:creationId xmlns:a16="http://schemas.microsoft.com/office/drawing/2014/main" id="{70565BA2-3D07-84F2-E94D-2600E3030FA2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1" name="Google Shape;2113;p37">
                <a:extLst>
                  <a:ext uri="{FF2B5EF4-FFF2-40B4-BE49-F238E27FC236}">
                    <a16:creationId xmlns:a16="http://schemas.microsoft.com/office/drawing/2014/main" id="{BA2691BE-729D-068F-8F6D-6E5FEE3FDE08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82" name="Google Shape;2106;p37">
            <a:extLst>
              <a:ext uri="{FF2B5EF4-FFF2-40B4-BE49-F238E27FC236}">
                <a16:creationId xmlns:a16="http://schemas.microsoft.com/office/drawing/2014/main" id="{9349BE57-2865-CEED-9710-A08866E8DCA9}"/>
              </a:ext>
            </a:extLst>
          </p:cNvPr>
          <p:cNvGrpSpPr/>
          <p:nvPr/>
        </p:nvGrpSpPr>
        <p:grpSpPr>
          <a:xfrm>
            <a:off x="2754809" y="3025179"/>
            <a:ext cx="635100" cy="734640"/>
            <a:chOff x="731647" y="573573"/>
            <a:chExt cx="635100" cy="734640"/>
          </a:xfrm>
        </p:grpSpPr>
        <p:sp>
          <p:nvSpPr>
            <p:cNvPr id="83" name="Google Shape;2108;p37">
              <a:extLst>
                <a:ext uri="{FF2B5EF4-FFF2-40B4-BE49-F238E27FC236}">
                  <a16:creationId xmlns:a16="http://schemas.microsoft.com/office/drawing/2014/main" id="{62A1034C-045D-E6F0-97D9-F5746C1DB377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4" name="Google Shape;2110;p37">
              <a:extLst>
                <a:ext uri="{FF2B5EF4-FFF2-40B4-BE49-F238E27FC236}">
                  <a16:creationId xmlns:a16="http://schemas.microsoft.com/office/drawing/2014/main" id="{A16F00CF-7951-5569-2EA9-6E10EC5FF0D3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85" name="Google Shape;2111;p37">
                <a:extLst>
                  <a:ext uri="{FF2B5EF4-FFF2-40B4-BE49-F238E27FC236}">
                    <a16:creationId xmlns:a16="http://schemas.microsoft.com/office/drawing/2014/main" id="{177AF579-84F5-2E50-CD8C-744268F9F1D4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6" name="Google Shape;2112;p37">
                <a:extLst>
                  <a:ext uri="{FF2B5EF4-FFF2-40B4-BE49-F238E27FC236}">
                    <a16:creationId xmlns:a16="http://schemas.microsoft.com/office/drawing/2014/main" id="{62B4CF96-8303-981D-CB4E-52CEDBECCECE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87" name="Google Shape;2113;p37">
                <a:extLst>
                  <a:ext uri="{FF2B5EF4-FFF2-40B4-BE49-F238E27FC236}">
                    <a16:creationId xmlns:a16="http://schemas.microsoft.com/office/drawing/2014/main" id="{91AD210A-47EF-BC4D-A98E-D808B460D622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88" name="Google Shape;2109;p37">
            <a:extLst>
              <a:ext uri="{FF2B5EF4-FFF2-40B4-BE49-F238E27FC236}">
                <a16:creationId xmlns:a16="http://schemas.microsoft.com/office/drawing/2014/main" id="{899C5475-0683-050A-8DE6-20BC48A8D207}"/>
              </a:ext>
            </a:extLst>
          </p:cNvPr>
          <p:cNvSpPr/>
          <p:nvPr/>
        </p:nvSpPr>
        <p:spPr>
          <a:xfrm>
            <a:off x="2839521" y="3109904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89" name="Google Shape;2109;p37">
            <a:extLst>
              <a:ext uri="{FF2B5EF4-FFF2-40B4-BE49-F238E27FC236}">
                <a16:creationId xmlns:a16="http://schemas.microsoft.com/office/drawing/2014/main" id="{216985B5-F269-23F0-DF90-645B1C5A64BD}"/>
              </a:ext>
            </a:extLst>
          </p:cNvPr>
          <p:cNvSpPr/>
          <p:nvPr/>
        </p:nvSpPr>
        <p:spPr>
          <a:xfrm>
            <a:off x="2839521" y="4023267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9060810-90C4-8C01-159B-5F6CE19E8BBA}"/>
              </a:ext>
            </a:extLst>
          </p:cNvPr>
          <p:cNvSpPr txBox="1"/>
          <p:nvPr/>
        </p:nvSpPr>
        <p:spPr>
          <a:xfrm>
            <a:off x="2916669" y="312056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5F31CD-3C60-1958-7C05-D3CEE492688C}"/>
              </a:ext>
            </a:extLst>
          </p:cNvPr>
          <p:cNvSpPr txBox="1"/>
          <p:nvPr/>
        </p:nvSpPr>
        <p:spPr>
          <a:xfrm>
            <a:off x="2916669" y="4035853"/>
            <a:ext cx="330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4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grpSp>
        <p:nvGrpSpPr>
          <p:cNvPr id="102" name="Google Shape;2106;p37">
            <a:extLst>
              <a:ext uri="{FF2B5EF4-FFF2-40B4-BE49-F238E27FC236}">
                <a16:creationId xmlns:a16="http://schemas.microsoft.com/office/drawing/2014/main" id="{9DF3E34C-93BA-2950-6F3E-8C7F45DBB244}"/>
              </a:ext>
            </a:extLst>
          </p:cNvPr>
          <p:cNvGrpSpPr/>
          <p:nvPr/>
        </p:nvGrpSpPr>
        <p:grpSpPr>
          <a:xfrm>
            <a:off x="2741297" y="4861091"/>
            <a:ext cx="635100" cy="734640"/>
            <a:chOff x="731647" y="573573"/>
            <a:chExt cx="635100" cy="734640"/>
          </a:xfrm>
        </p:grpSpPr>
        <p:sp>
          <p:nvSpPr>
            <p:cNvPr id="103" name="Google Shape;2108;p37">
              <a:extLst>
                <a:ext uri="{FF2B5EF4-FFF2-40B4-BE49-F238E27FC236}">
                  <a16:creationId xmlns:a16="http://schemas.microsoft.com/office/drawing/2014/main" id="{011428BF-E225-6CD7-4609-2ACCAEA4985A}"/>
                </a:ext>
              </a:extLst>
            </p:cNvPr>
            <p:cNvSpPr/>
            <p:nvPr/>
          </p:nvSpPr>
          <p:spPr>
            <a:xfrm>
              <a:off x="731647" y="573573"/>
              <a:ext cx="635100" cy="635100"/>
            </a:xfrm>
            <a:prstGeom prst="ellipse">
              <a:avLst/>
            </a:prstGeom>
            <a:solidFill>
              <a:srgbClr val="FFFFFF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4" name="Google Shape;2110;p37">
              <a:extLst>
                <a:ext uri="{FF2B5EF4-FFF2-40B4-BE49-F238E27FC236}">
                  <a16:creationId xmlns:a16="http://schemas.microsoft.com/office/drawing/2014/main" id="{F7BED607-A198-CA38-B221-5EE4C562F370}"/>
                </a:ext>
              </a:extLst>
            </p:cNvPr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105" name="Google Shape;2111;p37">
                <a:extLst>
                  <a:ext uri="{FF2B5EF4-FFF2-40B4-BE49-F238E27FC236}">
                    <a16:creationId xmlns:a16="http://schemas.microsoft.com/office/drawing/2014/main" id="{5F8744E3-3DFE-3A07-6EE3-E392F26F93A9}"/>
                  </a:ext>
                </a:extLst>
              </p:cNvPr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06" name="Google Shape;2112;p37">
                <a:extLst>
                  <a:ext uri="{FF2B5EF4-FFF2-40B4-BE49-F238E27FC236}">
                    <a16:creationId xmlns:a16="http://schemas.microsoft.com/office/drawing/2014/main" id="{A7C254C3-872E-5541-1CFC-C670D6183F3A}"/>
                  </a:ext>
                </a:extLst>
              </p:cNvPr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107" name="Google Shape;2113;p37">
                <a:extLst>
                  <a:ext uri="{FF2B5EF4-FFF2-40B4-BE49-F238E27FC236}">
                    <a16:creationId xmlns:a16="http://schemas.microsoft.com/office/drawing/2014/main" id="{13E932BF-B108-321A-B279-630B1C8BD8B5}"/>
                  </a:ext>
                </a:extLst>
              </p:cNvPr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108" name="Google Shape;2109;p37">
            <a:extLst>
              <a:ext uri="{FF2B5EF4-FFF2-40B4-BE49-F238E27FC236}">
                <a16:creationId xmlns:a16="http://schemas.microsoft.com/office/drawing/2014/main" id="{64F94A68-0C76-2C50-26BF-110E98561C05}"/>
              </a:ext>
            </a:extLst>
          </p:cNvPr>
          <p:cNvSpPr/>
          <p:nvPr/>
        </p:nvSpPr>
        <p:spPr>
          <a:xfrm>
            <a:off x="2826009" y="4949191"/>
            <a:ext cx="465600" cy="4656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F2B0C4A-D3A8-B559-2A1E-306A7E862AC7}"/>
              </a:ext>
            </a:extLst>
          </p:cNvPr>
          <p:cNvSpPr txBox="1"/>
          <p:nvPr/>
        </p:nvSpPr>
        <p:spPr>
          <a:xfrm>
            <a:off x="2903157" y="4958427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Raleway" pitchFamily="2" charset="0"/>
              </a:rPr>
              <a:t>5</a:t>
            </a:r>
            <a:endParaRPr lang="fr-FR" b="1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7" name="Slide Number Placeholder 109">
            <a:extLst>
              <a:ext uri="{FF2B5EF4-FFF2-40B4-BE49-F238E27FC236}">
                <a16:creationId xmlns:a16="http://schemas.microsoft.com/office/drawing/2014/main" id="{43689183-CF48-0931-B15A-52C91FD81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46</a:t>
            </a:fld>
            <a:endParaRPr lang="fr-FR" b="1" dirty="0">
              <a:latin typeface="Ralew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0373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A4BDCF-53F5-7D98-B6E6-8CEFB2D58201}"/>
              </a:ext>
            </a:extLst>
          </p:cNvPr>
          <p:cNvSpPr txBox="1"/>
          <p:nvPr/>
        </p:nvSpPr>
        <p:spPr>
          <a:xfrm>
            <a:off x="1620714" y="1917952"/>
            <a:ext cx="895056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Raleway" pitchFamily="2" charset="0"/>
              </a:rPr>
              <a:t>Our capstone project, "StackSkill," will revolutionize the way companies conduct technical interviews by building an online evaluation platform that enables them to conduct skill assessments and technical testing. </a:t>
            </a:r>
          </a:p>
          <a:p>
            <a:endParaRPr lang="en-US" sz="2000" dirty="0">
              <a:latin typeface="Raleway" pitchFamily="2" charset="0"/>
            </a:endParaRPr>
          </a:p>
          <a:p>
            <a:r>
              <a:rPr lang="en-US" sz="2000" dirty="0">
                <a:latin typeface="Raleway" pitchFamily="2" charset="0"/>
              </a:rPr>
              <a:t>It can make the evaluation more active and effective through a more interactive platform between the candidate and the recruiter</a:t>
            </a:r>
            <a:endParaRPr lang="fr-FR" sz="2000" dirty="0">
              <a:latin typeface="Raleway" pitchFamily="2" charset="0"/>
            </a:endParaRPr>
          </a:p>
        </p:txBody>
      </p:sp>
      <p:sp>
        <p:nvSpPr>
          <p:cNvPr id="4" name="Google Shape;2140;p37">
            <a:extLst>
              <a:ext uri="{FF2B5EF4-FFF2-40B4-BE49-F238E27FC236}">
                <a16:creationId xmlns:a16="http://schemas.microsoft.com/office/drawing/2014/main" id="{119F667E-EBB1-1932-492F-FC502E214B43}"/>
              </a:ext>
            </a:extLst>
          </p:cNvPr>
          <p:cNvSpPr txBox="1">
            <a:spLocks/>
          </p:cNvSpPr>
          <p:nvPr/>
        </p:nvSpPr>
        <p:spPr>
          <a:xfrm>
            <a:off x="427892" y="0"/>
            <a:ext cx="3759200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Conclusion and Perspectives</a:t>
            </a:r>
          </a:p>
        </p:txBody>
      </p:sp>
      <p:pic>
        <p:nvPicPr>
          <p:cNvPr id="5" name="Picture 4" descr="A black and white text&#10;&#10;Description automatically generated">
            <a:extLst>
              <a:ext uri="{FF2B5EF4-FFF2-40B4-BE49-F238E27FC236}">
                <a16:creationId xmlns:a16="http://schemas.microsoft.com/office/drawing/2014/main" id="{0C5A26C1-389A-167A-29A5-048F18D4A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663" y="4605487"/>
            <a:ext cx="4242673" cy="9211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523AF7-8335-FDB0-4101-E9C3B00663DE}"/>
              </a:ext>
            </a:extLst>
          </p:cNvPr>
          <p:cNvSpPr txBox="1"/>
          <p:nvPr/>
        </p:nvSpPr>
        <p:spPr>
          <a:xfrm>
            <a:off x="0" y="707745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Conclusion</a:t>
            </a:r>
          </a:p>
        </p:txBody>
      </p:sp>
      <p:sp>
        <p:nvSpPr>
          <p:cNvPr id="7" name="Slide Number Placeholder 109">
            <a:extLst>
              <a:ext uri="{FF2B5EF4-FFF2-40B4-BE49-F238E27FC236}">
                <a16:creationId xmlns:a16="http://schemas.microsoft.com/office/drawing/2014/main" id="{AE20191C-3935-9432-F1DC-7BD6241EE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47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2" name="Google Shape;2140;p37">
            <a:extLst>
              <a:ext uri="{FF2B5EF4-FFF2-40B4-BE49-F238E27FC236}">
                <a16:creationId xmlns:a16="http://schemas.microsoft.com/office/drawing/2014/main" id="{D150D680-023F-74E4-6CD0-662218AB5ABE}"/>
              </a:ext>
            </a:extLst>
          </p:cNvPr>
          <p:cNvSpPr txBox="1">
            <a:spLocks/>
          </p:cNvSpPr>
          <p:nvPr/>
        </p:nvSpPr>
        <p:spPr>
          <a:xfrm>
            <a:off x="152399" y="-1"/>
            <a:ext cx="55098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5.</a:t>
            </a:r>
          </a:p>
        </p:txBody>
      </p:sp>
    </p:spTree>
    <p:extLst>
      <p:ext uri="{BB962C8B-B14F-4D97-AF65-F5344CB8AC3E}">
        <p14:creationId xmlns:p14="http://schemas.microsoft.com/office/powerpoint/2010/main" val="2271117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A4BDCF-53F5-7D98-B6E6-8CEFB2D58201}"/>
              </a:ext>
            </a:extLst>
          </p:cNvPr>
          <p:cNvSpPr txBox="1"/>
          <p:nvPr/>
        </p:nvSpPr>
        <p:spPr>
          <a:xfrm>
            <a:off x="2570490" y="1630686"/>
            <a:ext cx="7051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Raleway" pitchFamily="2" charset="0"/>
              </a:rPr>
              <a:t>We propose few perspectives to ameliorate our platform.</a:t>
            </a:r>
            <a:endParaRPr lang="fr-FR" sz="2000" dirty="0">
              <a:latin typeface="Raleway" pitchFamily="2" charset="0"/>
            </a:endParaRPr>
          </a:p>
        </p:txBody>
      </p:sp>
      <p:pic>
        <p:nvPicPr>
          <p:cNvPr id="5" name="Picture 4" descr="A black and white text&#10;&#10;Description automatically generated">
            <a:extLst>
              <a:ext uri="{FF2B5EF4-FFF2-40B4-BE49-F238E27FC236}">
                <a16:creationId xmlns:a16="http://schemas.microsoft.com/office/drawing/2014/main" id="{0C5A26C1-389A-167A-29A5-048F18D4A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661" y="5229150"/>
            <a:ext cx="4242673" cy="9211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523AF7-8335-FDB0-4101-E9C3B00663DE}"/>
              </a:ext>
            </a:extLst>
          </p:cNvPr>
          <p:cNvSpPr txBox="1"/>
          <p:nvPr/>
        </p:nvSpPr>
        <p:spPr>
          <a:xfrm>
            <a:off x="0" y="707745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Raleway" pitchFamily="2" charset="0"/>
              </a:rPr>
              <a:t>Perspectives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85EA15-C888-4BCC-FB5F-3F0E3FF3CD70}"/>
              </a:ext>
            </a:extLst>
          </p:cNvPr>
          <p:cNvSpPr txBox="1"/>
          <p:nvPr/>
        </p:nvSpPr>
        <p:spPr>
          <a:xfrm>
            <a:off x="1479829" y="2866549"/>
            <a:ext cx="318184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Raleway" pitchFamily="2" charset="0"/>
              </a:rPr>
              <a:t>First, we would love to include: “In interview video calling session”</a:t>
            </a:r>
            <a:endParaRPr lang="fr-FR" sz="2000" dirty="0">
              <a:latin typeface="Raleway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CBA4BE-011E-E1A8-DE87-AF78C7A58F8C}"/>
              </a:ext>
            </a:extLst>
          </p:cNvPr>
          <p:cNvSpPr txBox="1"/>
          <p:nvPr/>
        </p:nvSpPr>
        <p:spPr>
          <a:xfrm>
            <a:off x="7223096" y="2866549"/>
            <a:ext cx="32937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Raleway" pitchFamily="2" charset="0"/>
              </a:rPr>
              <a:t>Second, we would like to expand our service to have: “built-in AI assistant”</a:t>
            </a:r>
            <a:endParaRPr lang="fr-FR" sz="2000" dirty="0">
              <a:latin typeface="Raleway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8A34C5-CDB9-F174-BEE6-2DC29BB2AB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785" y="3874257"/>
            <a:ext cx="952500" cy="952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3047395-F617-791D-EB8E-82ACACE207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566" y="3970459"/>
            <a:ext cx="856298" cy="856298"/>
          </a:xfrm>
          <a:prstGeom prst="rect">
            <a:avLst/>
          </a:prstGeom>
        </p:spPr>
      </p:pic>
      <p:sp>
        <p:nvSpPr>
          <p:cNvPr id="8" name="Slide Number Placeholder 109">
            <a:extLst>
              <a:ext uri="{FF2B5EF4-FFF2-40B4-BE49-F238E27FC236}">
                <a16:creationId xmlns:a16="http://schemas.microsoft.com/office/drawing/2014/main" id="{7A9F6A6C-44EB-0E47-030E-2E34C548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48</a:t>
            </a:fld>
            <a:endParaRPr lang="fr-FR" b="1" dirty="0">
              <a:latin typeface="Raleway" pitchFamily="2" charset="0"/>
            </a:endParaRPr>
          </a:p>
        </p:txBody>
      </p:sp>
      <p:sp>
        <p:nvSpPr>
          <p:cNvPr id="7" name="Google Shape;2140;p37">
            <a:extLst>
              <a:ext uri="{FF2B5EF4-FFF2-40B4-BE49-F238E27FC236}">
                <a16:creationId xmlns:a16="http://schemas.microsoft.com/office/drawing/2014/main" id="{8265A935-36EE-7AF3-AE48-A0364E79522A}"/>
              </a:ext>
            </a:extLst>
          </p:cNvPr>
          <p:cNvSpPr txBox="1">
            <a:spLocks/>
          </p:cNvSpPr>
          <p:nvPr/>
        </p:nvSpPr>
        <p:spPr>
          <a:xfrm>
            <a:off x="427892" y="0"/>
            <a:ext cx="3759200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>
                <a:latin typeface="Raleway" pitchFamily="2" charset="0"/>
              </a:rPr>
              <a:t>Conclusion and Perspectives</a:t>
            </a:r>
          </a:p>
        </p:txBody>
      </p:sp>
      <p:sp>
        <p:nvSpPr>
          <p:cNvPr id="10" name="Google Shape;2140;p37">
            <a:extLst>
              <a:ext uri="{FF2B5EF4-FFF2-40B4-BE49-F238E27FC236}">
                <a16:creationId xmlns:a16="http://schemas.microsoft.com/office/drawing/2014/main" id="{2BD80884-3E17-C2E9-338E-64139F9C6826}"/>
              </a:ext>
            </a:extLst>
          </p:cNvPr>
          <p:cNvSpPr txBox="1">
            <a:spLocks/>
          </p:cNvSpPr>
          <p:nvPr/>
        </p:nvSpPr>
        <p:spPr>
          <a:xfrm>
            <a:off x="152399" y="-1"/>
            <a:ext cx="550985" cy="56543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5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b="1" dirty="0">
                <a:latin typeface="Raleway" pitchFamily="2" charset="0"/>
              </a:rPr>
              <a:t>5.</a:t>
            </a:r>
          </a:p>
        </p:txBody>
      </p:sp>
    </p:spTree>
    <p:extLst>
      <p:ext uri="{BB962C8B-B14F-4D97-AF65-F5344CB8AC3E}">
        <p14:creationId xmlns:p14="http://schemas.microsoft.com/office/powerpoint/2010/main" val="23748907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white text&#10;&#10;Description automatically generated">
            <a:extLst>
              <a:ext uri="{FF2B5EF4-FFF2-40B4-BE49-F238E27FC236}">
                <a16:creationId xmlns:a16="http://schemas.microsoft.com/office/drawing/2014/main" id="{92CE99BA-E263-154A-2A8D-EE00715E8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662" y="436086"/>
            <a:ext cx="4242673" cy="9211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D0DD11-2064-0DA3-7473-3B5EC37FDD12}"/>
              </a:ext>
            </a:extLst>
          </p:cNvPr>
          <p:cNvSpPr txBox="1"/>
          <p:nvPr/>
        </p:nvSpPr>
        <p:spPr>
          <a:xfrm>
            <a:off x="1430057" y="3013501"/>
            <a:ext cx="93318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latin typeface="Raleway" pitchFamily="2" charset="0"/>
              </a:rPr>
              <a:t>Thank you for your attention </a:t>
            </a:r>
            <a:r>
              <a:rPr lang="en-US" sz="4800" b="1" dirty="0">
                <a:latin typeface="Raleway" pitchFamily="2" charset="0"/>
                <a:sym typeface="Wingdings" panose="05000000000000000000" pitchFamily="2" charset="2"/>
              </a:rPr>
              <a:t></a:t>
            </a:r>
            <a:endParaRPr lang="fr-FR" sz="4800" b="1" dirty="0">
              <a:latin typeface="Raleway" pitchFamily="2" charset="0"/>
            </a:endParaRPr>
          </a:p>
        </p:txBody>
      </p:sp>
      <p:sp>
        <p:nvSpPr>
          <p:cNvPr id="5" name="Slide Number Placeholder 109">
            <a:extLst>
              <a:ext uri="{FF2B5EF4-FFF2-40B4-BE49-F238E27FC236}">
                <a16:creationId xmlns:a16="http://schemas.microsoft.com/office/drawing/2014/main" id="{D2982C3D-5094-FD20-3CB4-EFDB31C15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452D46A-19D1-4078-986C-B8D896ADDE7E}" type="slidenum">
              <a:rPr lang="fr-FR" sz="2400" b="1" smtClean="0">
                <a:latin typeface="Raleway" pitchFamily="2" charset="0"/>
              </a:rPr>
              <a:t>49</a:t>
            </a:fld>
            <a:endParaRPr lang="fr-FR" b="1" dirty="0">
              <a:latin typeface="Ralew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6585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3810</TotalTime>
  <Words>1787</Words>
  <Application>Microsoft Office PowerPoint</Application>
  <PresentationFormat>Widescreen</PresentationFormat>
  <Paragraphs>391</Paragraphs>
  <Slides>49</Slides>
  <Notes>25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6" baseType="lpstr">
      <vt:lpstr>Aptos</vt:lpstr>
      <vt:lpstr>Aptos Display</vt:lpstr>
      <vt:lpstr>Arial</vt:lpstr>
      <vt:lpstr>Barlow Semi Condensed</vt:lpstr>
      <vt:lpstr>Raleway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Heni Haider</dc:creator>
  <cp:lastModifiedBy>mlikamahdi</cp:lastModifiedBy>
  <cp:revision>130</cp:revision>
  <dcterms:created xsi:type="dcterms:W3CDTF">2024-05-20T11:13:22Z</dcterms:created>
  <dcterms:modified xsi:type="dcterms:W3CDTF">2026-06-06T19:23:58Z</dcterms:modified>
</cp:coreProperties>
</file>